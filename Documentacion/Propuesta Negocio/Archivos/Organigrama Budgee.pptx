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32D587-DCB8-419E-95AE-DD1E235AF517}" type="doc">
      <dgm:prSet loTypeId="urn:microsoft.com/office/officeart/2005/8/layout/orgChart1" loCatId="hierarchy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s-419"/>
        </a:p>
      </dgm:t>
    </dgm:pt>
    <dgm:pt modelId="{5324D1A0-FECA-4318-9664-8C0E2328F09F}">
      <dgm:prSet phldrT="[Texto]" custT="1"/>
      <dgm:spPr/>
      <dgm:t>
        <a:bodyPr/>
        <a:lstStyle/>
        <a:p>
          <a:r>
            <a:rPr lang="es-AR" sz="2000" dirty="0">
              <a:latin typeface="Arial" panose="020B0604020202020204" pitchFamily="34" charset="0"/>
              <a:cs typeface="Arial" panose="020B0604020202020204" pitchFamily="34" charset="0"/>
            </a:rPr>
            <a:t>Gerente General</a:t>
          </a:r>
          <a:endParaRPr lang="es-419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5C2697-CBAC-4606-A97B-23B375ECB3D0}" type="parTrans" cxnId="{8F10A505-85D5-4003-9C4C-A16143A6034A}">
      <dgm:prSet/>
      <dgm:spPr/>
      <dgm:t>
        <a:bodyPr/>
        <a:lstStyle/>
        <a:p>
          <a:endParaRPr lang="es-419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FB93D7-28DB-4C39-BD07-0E757963B6A9}" type="sibTrans" cxnId="{8F10A505-85D5-4003-9C4C-A16143A6034A}">
      <dgm:prSet/>
      <dgm:spPr/>
      <dgm:t>
        <a:bodyPr/>
        <a:lstStyle/>
        <a:p>
          <a:endParaRPr lang="es-419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2A72E3-753C-4AB5-968C-92EAB6CD99C1}">
      <dgm:prSet phldrT="[Texto]" custT="1"/>
      <dgm:spPr/>
      <dgm:t>
        <a:bodyPr/>
        <a:lstStyle/>
        <a:p>
          <a:r>
            <a:rPr lang="es-AR" sz="2000" dirty="0">
              <a:latin typeface="Arial" panose="020B0604020202020204" pitchFamily="34" charset="0"/>
              <a:cs typeface="Arial" panose="020B0604020202020204" pitchFamily="34" charset="0"/>
            </a:rPr>
            <a:t>Equipo de Marketing y Ventas</a:t>
          </a:r>
          <a:endParaRPr lang="es-419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EE8EADB-E795-4DFC-8A7C-CEE8461CC0C1}" type="parTrans" cxnId="{B648D1F1-3E0B-4101-92BE-83B6D6F177B5}">
      <dgm:prSet/>
      <dgm:spPr/>
      <dgm:t>
        <a:bodyPr/>
        <a:lstStyle/>
        <a:p>
          <a:endParaRPr lang="es-419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BC2163-CF74-4F3E-BEAC-90ECEB96950A}" type="sibTrans" cxnId="{B648D1F1-3E0B-4101-92BE-83B6D6F177B5}">
      <dgm:prSet/>
      <dgm:spPr/>
      <dgm:t>
        <a:bodyPr/>
        <a:lstStyle/>
        <a:p>
          <a:endParaRPr lang="es-419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A3B4470-6347-4EA0-9E0D-E8FFD38E460F}">
      <dgm:prSet phldrT="[Texto]" custT="1"/>
      <dgm:spPr/>
      <dgm:t>
        <a:bodyPr/>
        <a:lstStyle/>
        <a:p>
          <a:r>
            <a:rPr lang="es-AR" sz="2000" dirty="0">
              <a:latin typeface="Arial" panose="020B0604020202020204" pitchFamily="34" charset="0"/>
              <a:cs typeface="Arial" panose="020B0604020202020204" pitchFamily="34" charset="0"/>
            </a:rPr>
            <a:t>Equipo de Tecnología</a:t>
          </a:r>
          <a:endParaRPr lang="es-419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165F1CD-1BD8-4052-BF34-628BE1070AE4}" type="parTrans" cxnId="{B22346C4-6259-48F4-A370-832FB7B16FCB}">
      <dgm:prSet/>
      <dgm:spPr/>
      <dgm:t>
        <a:bodyPr/>
        <a:lstStyle/>
        <a:p>
          <a:endParaRPr lang="es-419" sz="1050"/>
        </a:p>
      </dgm:t>
    </dgm:pt>
    <dgm:pt modelId="{27C9B4AD-9A9C-4EC2-9525-2684CE0AAE89}" type="sibTrans" cxnId="{B22346C4-6259-48F4-A370-832FB7B16FCB}">
      <dgm:prSet/>
      <dgm:spPr/>
      <dgm:t>
        <a:bodyPr/>
        <a:lstStyle/>
        <a:p>
          <a:endParaRPr lang="es-419" sz="1050"/>
        </a:p>
      </dgm:t>
    </dgm:pt>
    <dgm:pt modelId="{3267C08C-E75F-493F-9A90-54F2A9CCC9E4}">
      <dgm:prSet phldrT="[Texto]" custT="1"/>
      <dgm:spPr/>
      <dgm:t>
        <a:bodyPr/>
        <a:lstStyle/>
        <a:p>
          <a:r>
            <a:rPr lang="es-AR" sz="2000"/>
            <a:t>Administrador de RRHH</a:t>
          </a:r>
          <a:endParaRPr lang="es-419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7252D88-345B-4904-830E-0DCE8CA089A0}" type="parTrans" cxnId="{6B4C221E-BCBE-4272-A4DC-D34FA65E6E8F}">
      <dgm:prSet/>
      <dgm:spPr/>
      <dgm:t>
        <a:bodyPr/>
        <a:lstStyle/>
        <a:p>
          <a:endParaRPr lang="es-419" sz="1200"/>
        </a:p>
      </dgm:t>
    </dgm:pt>
    <dgm:pt modelId="{09B71374-49CC-4B25-8DC7-A0671C249078}" type="sibTrans" cxnId="{6B4C221E-BCBE-4272-A4DC-D34FA65E6E8F}">
      <dgm:prSet/>
      <dgm:spPr/>
      <dgm:t>
        <a:bodyPr/>
        <a:lstStyle/>
        <a:p>
          <a:endParaRPr lang="es-419" sz="1200"/>
        </a:p>
      </dgm:t>
    </dgm:pt>
    <dgm:pt modelId="{070FE8C7-3E08-4793-95FE-E0575C4AA0D1}" type="pres">
      <dgm:prSet presAssocID="{C132D587-DCB8-419E-95AE-DD1E235AF51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882F79D-5648-4C20-BC49-20D14ABECC82}" type="pres">
      <dgm:prSet presAssocID="{5324D1A0-FECA-4318-9664-8C0E2328F09F}" presName="hierRoot1" presStyleCnt="0">
        <dgm:presLayoutVars>
          <dgm:hierBranch val="init"/>
        </dgm:presLayoutVars>
      </dgm:prSet>
      <dgm:spPr/>
    </dgm:pt>
    <dgm:pt modelId="{42351339-032E-4441-AD31-CDBD3977214D}" type="pres">
      <dgm:prSet presAssocID="{5324D1A0-FECA-4318-9664-8C0E2328F09F}" presName="rootComposite1" presStyleCnt="0"/>
      <dgm:spPr/>
    </dgm:pt>
    <dgm:pt modelId="{5441CDE9-50E3-4D26-A90F-9B0F96A57735}" type="pres">
      <dgm:prSet presAssocID="{5324D1A0-FECA-4318-9664-8C0E2328F09F}" presName="rootText1" presStyleLbl="node0" presStyleIdx="0" presStyleCnt="1">
        <dgm:presLayoutVars>
          <dgm:chPref val="3"/>
        </dgm:presLayoutVars>
      </dgm:prSet>
      <dgm:spPr/>
    </dgm:pt>
    <dgm:pt modelId="{AE602977-C258-4559-8483-FBB8AF83EF25}" type="pres">
      <dgm:prSet presAssocID="{5324D1A0-FECA-4318-9664-8C0E2328F09F}" presName="rootConnector1" presStyleLbl="node1" presStyleIdx="0" presStyleCnt="0"/>
      <dgm:spPr/>
    </dgm:pt>
    <dgm:pt modelId="{1DDF3778-5EE7-4CD4-B7FA-85B3C8352AB1}" type="pres">
      <dgm:prSet presAssocID="{5324D1A0-FECA-4318-9664-8C0E2328F09F}" presName="hierChild2" presStyleCnt="0"/>
      <dgm:spPr/>
    </dgm:pt>
    <dgm:pt modelId="{C5BE6BF1-C61F-4519-BC7D-2E12B2C7EC6E}" type="pres">
      <dgm:prSet presAssocID="{7165F1CD-1BD8-4052-BF34-628BE1070AE4}" presName="Name37" presStyleLbl="parChTrans1D2" presStyleIdx="0" presStyleCnt="3"/>
      <dgm:spPr/>
    </dgm:pt>
    <dgm:pt modelId="{58BC081A-7365-46EE-A636-59A9AD08D5FE}" type="pres">
      <dgm:prSet presAssocID="{9A3B4470-6347-4EA0-9E0D-E8FFD38E460F}" presName="hierRoot2" presStyleCnt="0">
        <dgm:presLayoutVars>
          <dgm:hierBranch val="init"/>
        </dgm:presLayoutVars>
      </dgm:prSet>
      <dgm:spPr/>
    </dgm:pt>
    <dgm:pt modelId="{783842BB-5DD4-44FB-83C3-275BC4DCB3E3}" type="pres">
      <dgm:prSet presAssocID="{9A3B4470-6347-4EA0-9E0D-E8FFD38E460F}" presName="rootComposite" presStyleCnt="0"/>
      <dgm:spPr/>
    </dgm:pt>
    <dgm:pt modelId="{387DD08F-8441-4B9A-A3F8-D55D5E962C2F}" type="pres">
      <dgm:prSet presAssocID="{9A3B4470-6347-4EA0-9E0D-E8FFD38E460F}" presName="rootText" presStyleLbl="node2" presStyleIdx="0" presStyleCnt="3">
        <dgm:presLayoutVars>
          <dgm:chPref val="3"/>
        </dgm:presLayoutVars>
      </dgm:prSet>
      <dgm:spPr/>
    </dgm:pt>
    <dgm:pt modelId="{AC71E5A3-6E92-428D-8121-31920999F31A}" type="pres">
      <dgm:prSet presAssocID="{9A3B4470-6347-4EA0-9E0D-E8FFD38E460F}" presName="rootConnector" presStyleLbl="node2" presStyleIdx="0" presStyleCnt="3"/>
      <dgm:spPr/>
    </dgm:pt>
    <dgm:pt modelId="{F3976CD4-FA0A-447F-86A5-9D57329E9B2C}" type="pres">
      <dgm:prSet presAssocID="{9A3B4470-6347-4EA0-9E0D-E8FFD38E460F}" presName="hierChild4" presStyleCnt="0"/>
      <dgm:spPr/>
    </dgm:pt>
    <dgm:pt modelId="{89C21617-CF84-440A-AA86-AEF4FC5D5CF6}" type="pres">
      <dgm:prSet presAssocID="{9A3B4470-6347-4EA0-9E0D-E8FFD38E460F}" presName="hierChild5" presStyleCnt="0"/>
      <dgm:spPr/>
    </dgm:pt>
    <dgm:pt modelId="{CA2FBC06-4A18-4341-96F2-B857ECFEFB8D}" type="pres">
      <dgm:prSet presAssocID="{0EE8EADB-E795-4DFC-8A7C-CEE8461CC0C1}" presName="Name37" presStyleLbl="parChTrans1D2" presStyleIdx="1" presStyleCnt="3"/>
      <dgm:spPr/>
    </dgm:pt>
    <dgm:pt modelId="{08E7431C-6B82-492B-AC07-E515EA9D209B}" type="pres">
      <dgm:prSet presAssocID="{422A72E3-753C-4AB5-968C-92EAB6CD99C1}" presName="hierRoot2" presStyleCnt="0">
        <dgm:presLayoutVars>
          <dgm:hierBranch val="init"/>
        </dgm:presLayoutVars>
      </dgm:prSet>
      <dgm:spPr/>
    </dgm:pt>
    <dgm:pt modelId="{546F169B-B809-4701-8365-68DA39FDA9E8}" type="pres">
      <dgm:prSet presAssocID="{422A72E3-753C-4AB5-968C-92EAB6CD99C1}" presName="rootComposite" presStyleCnt="0"/>
      <dgm:spPr/>
    </dgm:pt>
    <dgm:pt modelId="{DB6ACAF3-5CF7-47CB-A143-A216F1AF2F8D}" type="pres">
      <dgm:prSet presAssocID="{422A72E3-753C-4AB5-968C-92EAB6CD99C1}" presName="rootText" presStyleLbl="node2" presStyleIdx="1" presStyleCnt="3">
        <dgm:presLayoutVars>
          <dgm:chPref val="3"/>
        </dgm:presLayoutVars>
      </dgm:prSet>
      <dgm:spPr/>
    </dgm:pt>
    <dgm:pt modelId="{B5989536-7627-4357-8640-9384448B3AC0}" type="pres">
      <dgm:prSet presAssocID="{422A72E3-753C-4AB5-968C-92EAB6CD99C1}" presName="rootConnector" presStyleLbl="node2" presStyleIdx="1" presStyleCnt="3"/>
      <dgm:spPr/>
    </dgm:pt>
    <dgm:pt modelId="{2D5570A7-CC29-4206-96D5-D4DE0A89E95B}" type="pres">
      <dgm:prSet presAssocID="{422A72E3-753C-4AB5-968C-92EAB6CD99C1}" presName="hierChild4" presStyleCnt="0"/>
      <dgm:spPr/>
    </dgm:pt>
    <dgm:pt modelId="{BF7E4130-2185-401A-AC16-5ACF9E48FF2E}" type="pres">
      <dgm:prSet presAssocID="{422A72E3-753C-4AB5-968C-92EAB6CD99C1}" presName="hierChild5" presStyleCnt="0"/>
      <dgm:spPr/>
    </dgm:pt>
    <dgm:pt modelId="{D9929CF6-78E2-40A8-BBE6-41D653590FFC}" type="pres">
      <dgm:prSet presAssocID="{F7252D88-345B-4904-830E-0DCE8CA089A0}" presName="Name37" presStyleLbl="parChTrans1D2" presStyleIdx="2" presStyleCnt="3"/>
      <dgm:spPr/>
    </dgm:pt>
    <dgm:pt modelId="{405C5114-909C-4330-A159-8FF683B8DF04}" type="pres">
      <dgm:prSet presAssocID="{3267C08C-E75F-493F-9A90-54F2A9CCC9E4}" presName="hierRoot2" presStyleCnt="0">
        <dgm:presLayoutVars>
          <dgm:hierBranch val="init"/>
        </dgm:presLayoutVars>
      </dgm:prSet>
      <dgm:spPr/>
    </dgm:pt>
    <dgm:pt modelId="{B42D4557-D37E-4135-8331-895B8CA9234E}" type="pres">
      <dgm:prSet presAssocID="{3267C08C-E75F-493F-9A90-54F2A9CCC9E4}" presName="rootComposite" presStyleCnt="0"/>
      <dgm:spPr/>
    </dgm:pt>
    <dgm:pt modelId="{AC043FC1-DB0A-4FD6-A916-EE4978A31978}" type="pres">
      <dgm:prSet presAssocID="{3267C08C-E75F-493F-9A90-54F2A9CCC9E4}" presName="rootText" presStyleLbl="node2" presStyleIdx="2" presStyleCnt="3">
        <dgm:presLayoutVars>
          <dgm:chPref val="3"/>
        </dgm:presLayoutVars>
      </dgm:prSet>
      <dgm:spPr/>
    </dgm:pt>
    <dgm:pt modelId="{DB6871EA-3664-42AD-975E-140C85E53CA9}" type="pres">
      <dgm:prSet presAssocID="{3267C08C-E75F-493F-9A90-54F2A9CCC9E4}" presName="rootConnector" presStyleLbl="node2" presStyleIdx="2" presStyleCnt="3"/>
      <dgm:spPr/>
    </dgm:pt>
    <dgm:pt modelId="{7C98714D-3795-4B0D-8C11-9F02F64696A7}" type="pres">
      <dgm:prSet presAssocID="{3267C08C-E75F-493F-9A90-54F2A9CCC9E4}" presName="hierChild4" presStyleCnt="0"/>
      <dgm:spPr/>
    </dgm:pt>
    <dgm:pt modelId="{89D1E959-0DCC-4678-8449-F71E21F56B2A}" type="pres">
      <dgm:prSet presAssocID="{3267C08C-E75F-493F-9A90-54F2A9CCC9E4}" presName="hierChild5" presStyleCnt="0"/>
      <dgm:spPr/>
    </dgm:pt>
    <dgm:pt modelId="{22079E61-E8B3-4A92-A868-EC3EF5D42AFA}" type="pres">
      <dgm:prSet presAssocID="{5324D1A0-FECA-4318-9664-8C0E2328F09F}" presName="hierChild3" presStyleCnt="0"/>
      <dgm:spPr/>
    </dgm:pt>
  </dgm:ptLst>
  <dgm:cxnLst>
    <dgm:cxn modelId="{8F10A505-85D5-4003-9C4C-A16143A6034A}" srcId="{C132D587-DCB8-419E-95AE-DD1E235AF517}" destId="{5324D1A0-FECA-4318-9664-8C0E2328F09F}" srcOrd="0" destOrd="0" parTransId="{575C2697-CBAC-4606-A97B-23B375ECB3D0}" sibTransId="{84FB93D7-28DB-4C39-BD07-0E757963B6A9}"/>
    <dgm:cxn modelId="{C22DC518-A28A-4C43-8CAF-3D00F4161B4D}" type="presOf" srcId="{F7252D88-345B-4904-830E-0DCE8CA089A0}" destId="{D9929CF6-78E2-40A8-BBE6-41D653590FFC}" srcOrd="0" destOrd="0" presId="urn:microsoft.com/office/officeart/2005/8/layout/orgChart1"/>
    <dgm:cxn modelId="{7457561D-F7E0-4E06-ADA5-5FDF65A745D2}" type="presOf" srcId="{C132D587-DCB8-419E-95AE-DD1E235AF517}" destId="{070FE8C7-3E08-4793-95FE-E0575C4AA0D1}" srcOrd="0" destOrd="0" presId="urn:microsoft.com/office/officeart/2005/8/layout/orgChart1"/>
    <dgm:cxn modelId="{6B4C221E-BCBE-4272-A4DC-D34FA65E6E8F}" srcId="{5324D1A0-FECA-4318-9664-8C0E2328F09F}" destId="{3267C08C-E75F-493F-9A90-54F2A9CCC9E4}" srcOrd="2" destOrd="0" parTransId="{F7252D88-345B-4904-830E-0DCE8CA089A0}" sibTransId="{09B71374-49CC-4B25-8DC7-A0671C249078}"/>
    <dgm:cxn modelId="{62B1592D-3528-465C-BC13-3001A70F68F4}" type="presOf" srcId="{9A3B4470-6347-4EA0-9E0D-E8FFD38E460F}" destId="{AC71E5A3-6E92-428D-8121-31920999F31A}" srcOrd="1" destOrd="0" presId="urn:microsoft.com/office/officeart/2005/8/layout/orgChart1"/>
    <dgm:cxn modelId="{E0A52939-263B-44CD-B8FC-E7D9B943087C}" type="presOf" srcId="{0EE8EADB-E795-4DFC-8A7C-CEE8461CC0C1}" destId="{CA2FBC06-4A18-4341-96F2-B857ECFEFB8D}" srcOrd="0" destOrd="0" presId="urn:microsoft.com/office/officeart/2005/8/layout/orgChart1"/>
    <dgm:cxn modelId="{CCBA1A4F-E3C6-4EE1-82D2-991CC9A6771E}" type="presOf" srcId="{5324D1A0-FECA-4318-9664-8C0E2328F09F}" destId="{5441CDE9-50E3-4D26-A90F-9B0F96A57735}" srcOrd="0" destOrd="0" presId="urn:microsoft.com/office/officeart/2005/8/layout/orgChart1"/>
    <dgm:cxn modelId="{60AF9F4F-C8F9-4F6B-AF76-82157F3A6342}" type="presOf" srcId="{422A72E3-753C-4AB5-968C-92EAB6CD99C1}" destId="{DB6ACAF3-5CF7-47CB-A143-A216F1AF2F8D}" srcOrd="0" destOrd="0" presId="urn:microsoft.com/office/officeart/2005/8/layout/orgChart1"/>
    <dgm:cxn modelId="{85AEF375-4590-483D-9E82-DB064269D7DB}" type="presOf" srcId="{422A72E3-753C-4AB5-968C-92EAB6CD99C1}" destId="{B5989536-7627-4357-8640-9384448B3AC0}" srcOrd="1" destOrd="0" presId="urn:microsoft.com/office/officeart/2005/8/layout/orgChart1"/>
    <dgm:cxn modelId="{20A904AE-168D-46D8-87C5-84AABDFB695D}" type="presOf" srcId="{9A3B4470-6347-4EA0-9E0D-E8FFD38E460F}" destId="{387DD08F-8441-4B9A-A3F8-D55D5E962C2F}" srcOrd="0" destOrd="0" presId="urn:microsoft.com/office/officeart/2005/8/layout/orgChart1"/>
    <dgm:cxn modelId="{E3CB71B6-C6F6-450E-BCFE-9FF9C5D7B51E}" type="presOf" srcId="{3267C08C-E75F-493F-9A90-54F2A9CCC9E4}" destId="{DB6871EA-3664-42AD-975E-140C85E53CA9}" srcOrd="1" destOrd="0" presId="urn:microsoft.com/office/officeart/2005/8/layout/orgChart1"/>
    <dgm:cxn modelId="{89FB0EC0-E84D-48A8-A761-717228202ED9}" type="presOf" srcId="{3267C08C-E75F-493F-9A90-54F2A9CCC9E4}" destId="{AC043FC1-DB0A-4FD6-A916-EE4978A31978}" srcOrd="0" destOrd="0" presId="urn:microsoft.com/office/officeart/2005/8/layout/orgChart1"/>
    <dgm:cxn modelId="{B22346C4-6259-48F4-A370-832FB7B16FCB}" srcId="{5324D1A0-FECA-4318-9664-8C0E2328F09F}" destId="{9A3B4470-6347-4EA0-9E0D-E8FFD38E460F}" srcOrd="0" destOrd="0" parTransId="{7165F1CD-1BD8-4052-BF34-628BE1070AE4}" sibTransId="{27C9B4AD-9A9C-4EC2-9525-2684CE0AAE89}"/>
    <dgm:cxn modelId="{F5D303CA-F247-4E13-B546-D1B4AEBAF9DB}" type="presOf" srcId="{7165F1CD-1BD8-4052-BF34-628BE1070AE4}" destId="{C5BE6BF1-C61F-4519-BC7D-2E12B2C7EC6E}" srcOrd="0" destOrd="0" presId="urn:microsoft.com/office/officeart/2005/8/layout/orgChart1"/>
    <dgm:cxn modelId="{6C0536EE-4389-4387-B7B2-0D2E17CCA43D}" type="presOf" srcId="{5324D1A0-FECA-4318-9664-8C0E2328F09F}" destId="{AE602977-C258-4559-8483-FBB8AF83EF25}" srcOrd="1" destOrd="0" presId="urn:microsoft.com/office/officeart/2005/8/layout/orgChart1"/>
    <dgm:cxn modelId="{B648D1F1-3E0B-4101-92BE-83B6D6F177B5}" srcId="{5324D1A0-FECA-4318-9664-8C0E2328F09F}" destId="{422A72E3-753C-4AB5-968C-92EAB6CD99C1}" srcOrd="1" destOrd="0" parTransId="{0EE8EADB-E795-4DFC-8A7C-CEE8461CC0C1}" sibTransId="{18BC2163-CF74-4F3E-BEAC-90ECEB96950A}"/>
    <dgm:cxn modelId="{FEEE4A3A-2EEE-42FC-A80A-867C215E6FA4}" type="presParOf" srcId="{070FE8C7-3E08-4793-95FE-E0575C4AA0D1}" destId="{A882F79D-5648-4C20-BC49-20D14ABECC82}" srcOrd="0" destOrd="0" presId="urn:microsoft.com/office/officeart/2005/8/layout/orgChart1"/>
    <dgm:cxn modelId="{AC8BA35B-7529-46D1-A9DF-08B745F0B701}" type="presParOf" srcId="{A882F79D-5648-4C20-BC49-20D14ABECC82}" destId="{42351339-032E-4441-AD31-CDBD3977214D}" srcOrd="0" destOrd="0" presId="urn:microsoft.com/office/officeart/2005/8/layout/orgChart1"/>
    <dgm:cxn modelId="{8B0A0E47-63FE-454B-8876-7C5BF3DF7380}" type="presParOf" srcId="{42351339-032E-4441-AD31-CDBD3977214D}" destId="{5441CDE9-50E3-4D26-A90F-9B0F96A57735}" srcOrd="0" destOrd="0" presId="urn:microsoft.com/office/officeart/2005/8/layout/orgChart1"/>
    <dgm:cxn modelId="{6AB8B697-06BE-4757-B4FA-DC5297DE6032}" type="presParOf" srcId="{42351339-032E-4441-AD31-CDBD3977214D}" destId="{AE602977-C258-4559-8483-FBB8AF83EF25}" srcOrd="1" destOrd="0" presId="urn:microsoft.com/office/officeart/2005/8/layout/orgChart1"/>
    <dgm:cxn modelId="{69FD4D2A-6ADA-476C-9D01-7D295BC54AE7}" type="presParOf" srcId="{A882F79D-5648-4C20-BC49-20D14ABECC82}" destId="{1DDF3778-5EE7-4CD4-B7FA-85B3C8352AB1}" srcOrd="1" destOrd="0" presId="urn:microsoft.com/office/officeart/2005/8/layout/orgChart1"/>
    <dgm:cxn modelId="{645C271B-8CB1-4E8C-9DE6-ED7D46355027}" type="presParOf" srcId="{1DDF3778-5EE7-4CD4-B7FA-85B3C8352AB1}" destId="{C5BE6BF1-C61F-4519-BC7D-2E12B2C7EC6E}" srcOrd="0" destOrd="0" presId="urn:microsoft.com/office/officeart/2005/8/layout/orgChart1"/>
    <dgm:cxn modelId="{64C0414C-E97A-4D1D-A19A-73CE5B5DA578}" type="presParOf" srcId="{1DDF3778-5EE7-4CD4-B7FA-85B3C8352AB1}" destId="{58BC081A-7365-46EE-A636-59A9AD08D5FE}" srcOrd="1" destOrd="0" presId="urn:microsoft.com/office/officeart/2005/8/layout/orgChart1"/>
    <dgm:cxn modelId="{3EAA9E07-8700-4495-8948-203077326601}" type="presParOf" srcId="{58BC081A-7365-46EE-A636-59A9AD08D5FE}" destId="{783842BB-5DD4-44FB-83C3-275BC4DCB3E3}" srcOrd="0" destOrd="0" presId="urn:microsoft.com/office/officeart/2005/8/layout/orgChart1"/>
    <dgm:cxn modelId="{AC1F7802-4D3B-4976-AC40-F3289DE2303F}" type="presParOf" srcId="{783842BB-5DD4-44FB-83C3-275BC4DCB3E3}" destId="{387DD08F-8441-4B9A-A3F8-D55D5E962C2F}" srcOrd="0" destOrd="0" presId="urn:microsoft.com/office/officeart/2005/8/layout/orgChart1"/>
    <dgm:cxn modelId="{DC708DC8-A069-4E08-A291-5AE19116DFFF}" type="presParOf" srcId="{783842BB-5DD4-44FB-83C3-275BC4DCB3E3}" destId="{AC71E5A3-6E92-428D-8121-31920999F31A}" srcOrd="1" destOrd="0" presId="urn:microsoft.com/office/officeart/2005/8/layout/orgChart1"/>
    <dgm:cxn modelId="{6EABE068-CD6F-4B69-903C-2E6F7B7D5434}" type="presParOf" srcId="{58BC081A-7365-46EE-A636-59A9AD08D5FE}" destId="{F3976CD4-FA0A-447F-86A5-9D57329E9B2C}" srcOrd="1" destOrd="0" presId="urn:microsoft.com/office/officeart/2005/8/layout/orgChart1"/>
    <dgm:cxn modelId="{C9185874-7ED9-4784-8451-47B53EAD4A2E}" type="presParOf" srcId="{58BC081A-7365-46EE-A636-59A9AD08D5FE}" destId="{89C21617-CF84-440A-AA86-AEF4FC5D5CF6}" srcOrd="2" destOrd="0" presId="urn:microsoft.com/office/officeart/2005/8/layout/orgChart1"/>
    <dgm:cxn modelId="{3EEA936E-66A8-4CF8-B52C-E89914F5AD1E}" type="presParOf" srcId="{1DDF3778-5EE7-4CD4-B7FA-85B3C8352AB1}" destId="{CA2FBC06-4A18-4341-96F2-B857ECFEFB8D}" srcOrd="2" destOrd="0" presId="urn:microsoft.com/office/officeart/2005/8/layout/orgChart1"/>
    <dgm:cxn modelId="{A7C6BC29-AA73-43DF-9061-0BD6A74FC3C3}" type="presParOf" srcId="{1DDF3778-5EE7-4CD4-B7FA-85B3C8352AB1}" destId="{08E7431C-6B82-492B-AC07-E515EA9D209B}" srcOrd="3" destOrd="0" presId="urn:microsoft.com/office/officeart/2005/8/layout/orgChart1"/>
    <dgm:cxn modelId="{D6171CAE-3C5A-4A3A-8CD7-558A4B19E945}" type="presParOf" srcId="{08E7431C-6B82-492B-AC07-E515EA9D209B}" destId="{546F169B-B809-4701-8365-68DA39FDA9E8}" srcOrd="0" destOrd="0" presId="urn:microsoft.com/office/officeart/2005/8/layout/orgChart1"/>
    <dgm:cxn modelId="{620B5508-7EDC-498E-9CD2-D3421B08C21F}" type="presParOf" srcId="{546F169B-B809-4701-8365-68DA39FDA9E8}" destId="{DB6ACAF3-5CF7-47CB-A143-A216F1AF2F8D}" srcOrd="0" destOrd="0" presId="urn:microsoft.com/office/officeart/2005/8/layout/orgChart1"/>
    <dgm:cxn modelId="{233EE27E-DF6E-4A4D-AF41-ABE7E2D9F046}" type="presParOf" srcId="{546F169B-B809-4701-8365-68DA39FDA9E8}" destId="{B5989536-7627-4357-8640-9384448B3AC0}" srcOrd="1" destOrd="0" presId="urn:microsoft.com/office/officeart/2005/8/layout/orgChart1"/>
    <dgm:cxn modelId="{CD52F800-5563-4487-97EF-4BC891BBA5B0}" type="presParOf" srcId="{08E7431C-6B82-492B-AC07-E515EA9D209B}" destId="{2D5570A7-CC29-4206-96D5-D4DE0A89E95B}" srcOrd="1" destOrd="0" presId="urn:microsoft.com/office/officeart/2005/8/layout/orgChart1"/>
    <dgm:cxn modelId="{F2CDDC40-EE16-4214-A8B8-BE24CFD7D3DD}" type="presParOf" srcId="{08E7431C-6B82-492B-AC07-E515EA9D209B}" destId="{BF7E4130-2185-401A-AC16-5ACF9E48FF2E}" srcOrd="2" destOrd="0" presId="urn:microsoft.com/office/officeart/2005/8/layout/orgChart1"/>
    <dgm:cxn modelId="{BA6EF61F-C403-4A8E-8608-EC1A2B861C4F}" type="presParOf" srcId="{1DDF3778-5EE7-4CD4-B7FA-85B3C8352AB1}" destId="{D9929CF6-78E2-40A8-BBE6-41D653590FFC}" srcOrd="4" destOrd="0" presId="urn:microsoft.com/office/officeart/2005/8/layout/orgChart1"/>
    <dgm:cxn modelId="{0F2900FC-2C9E-450F-BF06-41BA99474A75}" type="presParOf" srcId="{1DDF3778-5EE7-4CD4-B7FA-85B3C8352AB1}" destId="{405C5114-909C-4330-A159-8FF683B8DF04}" srcOrd="5" destOrd="0" presId="urn:microsoft.com/office/officeart/2005/8/layout/orgChart1"/>
    <dgm:cxn modelId="{5DACEC59-030D-4A14-88B0-15D50A0228D4}" type="presParOf" srcId="{405C5114-909C-4330-A159-8FF683B8DF04}" destId="{B42D4557-D37E-4135-8331-895B8CA9234E}" srcOrd="0" destOrd="0" presId="urn:microsoft.com/office/officeart/2005/8/layout/orgChart1"/>
    <dgm:cxn modelId="{17F011D4-D3D2-4D83-9E86-43575A7B0AC9}" type="presParOf" srcId="{B42D4557-D37E-4135-8331-895B8CA9234E}" destId="{AC043FC1-DB0A-4FD6-A916-EE4978A31978}" srcOrd="0" destOrd="0" presId="urn:microsoft.com/office/officeart/2005/8/layout/orgChart1"/>
    <dgm:cxn modelId="{4AA29A09-C5B5-49DF-A7F4-5E59328F996C}" type="presParOf" srcId="{B42D4557-D37E-4135-8331-895B8CA9234E}" destId="{DB6871EA-3664-42AD-975E-140C85E53CA9}" srcOrd="1" destOrd="0" presId="urn:microsoft.com/office/officeart/2005/8/layout/orgChart1"/>
    <dgm:cxn modelId="{FA90DC98-12B8-4360-AFC6-D522F6414D70}" type="presParOf" srcId="{405C5114-909C-4330-A159-8FF683B8DF04}" destId="{7C98714D-3795-4B0D-8C11-9F02F64696A7}" srcOrd="1" destOrd="0" presId="urn:microsoft.com/office/officeart/2005/8/layout/orgChart1"/>
    <dgm:cxn modelId="{1EA20D68-FDB3-443E-9C2D-15FDF708EF13}" type="presParOf" srcId="{405C5114-909C-4330-A159-8FF683B8DF04}" destId="{89D1E959-0DCC-4678-8449-F71E21F56B2A}" srcOrd="2" destOrd="0" presId="urn:microsoft.com/office/officeart/2005/8/layout/orgChart1"/>
    <dgm:cxn modelId="{250F135C-4DC4-43EB-ABDB-D5CD6D5CE253}" type="presParOf" srcId="{A882F79D-5648-4C20-BC49-20D14ABECC82}" destId="{22079E61-E8B3-4A92-A868-EC3EF5D42AF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32D587-DCB8-419E-95AE-DD1E235AF517}" type="doc">
      <dgm:prSet loTypeId="urn:microsoft.com/office/officeart/2005/8/layout/orgChart1" loCatId="hierarchy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s-419"/>
        </a:p>
      </dgm:t>
    </dgm:pt>
    <dgm:pt modelId="{5324D1A0-FECA-4318-9664-8C0E2328F09F}">
      <dgm:prSet phldrT="[Texto]" custT="1"/>
      <dgm:spPr/>
      <dgm:t>
        <a:bodyPr/>
        <a:lstStyle/>
        <a:p>
          <a:r>
            <a:rPr lang="es-AR" sz="2000" dirty="0">
              <a:latin typeface="Arial" panose="020B0604020202020204" pitchFamily="34" charset="0"/>
              <a:cs typeface="Arial" panose="020B0604020202020204" pitchFamily="34" charset="0"/>
            </a:rPr>
            <a:t>Gerente General</a:t>
          </a:r>
          <a:endParaRPr lang="es-419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5C2697-CBAC-4606-A97B-23B375ECB3D0}" type="parTrans" cxnId="{8F10A505-85D5-4003-9C4C-A16143A6034A}">
      <dgm:prSet/>
      <dgm:spPr/>
      <dgm:t>
        <a:bodyPr/>
        <a:lstStyle/>
        <a:p>
          <a:endParaRPr lang="es-419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FB93D7-28DB-4C39-BD07-0E757963B6A9}" type="sibTrans" cxnId="{8F10A505-85D5-4003-9C4C-A16143A6034A}">
      <dgm:prSet/>
      <dgm:spPr/>
      <dgm:t>
        <a:bodyPr/>
        <a:lstStyle/>
        <a:p>
          <a:endParaRPr lang="es-419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2A72E3-753C-4AB5-968C-92EAB6CD99C1}">
      <dgm:prSet phldrT="[Texto]" custT="1"/>
      <dgm:spPr/>
      <dgm:t>
        <a:bodyPr/>
        <a:lstStyle/>
        <a:p>
          <a:r>
            <a:rPr lang="es-AR" sz="2000" dirty="0">
              <a:latin typeface="Arial" panose="020B0604020202020204" pitchFamily="34" charset="0"/>
              <a:cs typeface="Arial" panose="020B0604020202020204" pitchFamily="34" charset="0"/>
            </a:rPr>
            <a:t>Equipo de Marketing y Ventas</a:t>
          </a:r>
          <a:endParaRPr lang="es-419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EE8EADB-E795-4DFC-8A7C-CEE8461CC0C1}" type="parTrans" cxnId="{B648D1F1-3E0B-4101-92BE-83B6D6F177B5}">
      <dgm:prSet/>
      <dgm:spPr/>
      <dgm:t>
        <a:bodyPr/>
        <a:lstStyle/>
        <a:p>
          <a:endParaRPr lang="es-419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BC2163-CF74-4F3E-BEAC-90ECEB96950A}" type="sibTrans" cxnId="{B648D1F1-3E0B-4101-92BE-83B6D6F177B5}">
      <dgm:prSet/>
      <dgm:spPr/>
      <dgm:t>
        <a:bodyPr/>
        <a:lstStyle/>
        <a:p>
          <a:endParaRPr lang="es-419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A3B4470-6347-4EA0-9E0D-E8FFD38E460F}">
      <dgm:prSet phldrT="[Texto]" custT="1"/>
      <dgm:spPr/>
      <dgm:t>
        <a:bodyPr/>
        <a:lstStyle/>
        <a:p>
          <a:r>
            <a:rPr lang="es-AR" sz="2000" dirty="0">
              <a:latin typeface="Arial" panose="020B0604020202020204" pitchFamily="34" charset="0"/>
              <a:cs typeface="Arial" panose="020B0604020202020204" pitchFamily="34" charset="0"/>
            </a:rPr>
            <a:t>Equipo de Tecnología</a:t>
          </a:r>
          <a:endParaRPr lang="es-419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165F1CD-1BD8-4052-BF34-628BE1070AE4}" type="parTrans" cxnId="{B22346C4-6259-48F4-A370-832FB7B16FCB}">
      <dgm:prSet/>
      <dgm:spPr/>
      <dgm:t>
        <a:bodyPr/>
        <a:lstStyle/>
        <a:p>
          <a:endParaRPr lang="es-419" sz="1050"/>
        </a:p>
      </dgm:t>
    </dgm:pt>
    <dgm:pt modelId="{27C9B4AD-9A9C-4EC2-9525-2684CE0AAE89}" type="sibTrans" cxnId="{B22346C4-6259-48F4-A370-832FB7B16FCB}">
      <dgm:prSet/>
      <dgm:spPr/>
      <dgm:t>
        <a:bodyPr/>
        <a:lstStyle/>
        <a:p>
          <a:endParaRPr lang="es-419" sz="1050"/>
        </a:p>
      </dgm:t>
    </dgm:pt>
    <dgm:pt modelId="{F234E6BD-C1C9-4723-9FE4-E5D7E8CFE4FE}">
      <dgm:prSet phldrT="[Texto]" custT="1"/>
      <dgm:spPr/>
      <dgm:t>
        <a:bodyPr/>
        <a:lstStyle/>
        <a:p>
          <a:r>
            <a:rPr lang="es-AR" sz="2000" dirty="0">
              <a:latin typeface="Arial" panose="020B0604020202020204" pitchFamily="34" charset="0"/>
              <a:cs typeface="Arial" panose="020B0604020202020204" pitchFamily="34" charset="0"/>
            </a:rPr>
            <a:t>Gerente de Marketing y Ventas</a:t>
          </a:r>
          <a:endParaRPr lang="es-419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A64B2F-8FC8-4A4E-BEE5-58DB917293CD}" type="sibTrans" cxnId="{D2D7FFA2-D541-497F-8322-EB15DF0DEA98}">
      <dgm:prSet/>
      <dgm:spPr/>
      <dgm:t>
        <a:bodyPr/>
        <a:lstStyle/>
        <a:p>
          <a:endParaRPr lang="es-419" sz="1050"/>
        </a:p>
      </dgm:t>
    </dgm:pt>
    <dgm:pt modelId="{EF855900-EEF0-48F7-A546-69CB28B0770C}" type="parTrans" cxnId="{D2D7FFA2-D541-497F-8322-EB15DF0DEA98}">
      <dgm:prSet/>
      <dgm:spPr/>
      <dgm:t>
        <a:bodyPr/>
        <a:lstStyle/>
        <a:p>
          <a:endParaRPr lang="es-419" sz="1050"/>
        </a:p>
      </dgm:t>
    </dgm:pt>
    <dgm:pt modelId="{6E028029-BCD8-43D3-9ED9-C01539EA6A19}">
      <dgm:prSet phldrT="[Texto]" custT="1"/>
      <dgm:spPr/>
      <dgm:t>
        <a:bodyPr/>
        <a:lstStyle/>
        <a:p>
          <a:r>
            <a:rPr lang="es-AR" sz="2000" dirty="0">
              <a:latin typeface="Arial" panose="020B0604020202020204" pitchFamily="34" charset="0"/>
              <a:cs typeface="Arial" panose="020B0604020202020204" pitchFamily="34" charset="0"/>
            </a:rPr>
            <a:t>Gerente de Tecnología</a:t>
          </a:r>
          <a:endParaRPr lang="es-419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E76609-8784-49DF-AA40-77D779A0F507}" type="sibTrans" cxnId="{ADDCA108-99BC-4EE1-8AFC-B9521066721A}">
      <dgm:prSet/>
      <dgm:spPr/>
      <dgm:t>
        <a:bodyPr/>
        <a:lstStyle/>
        <a:p>
          <a:endParaRPr lang="es-419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2876B4-2993-40DC-B5B9-90B783359CCC}" type="parTrans" cxnId="{ADDCA108-99BC-4EE1-8AFC-B9521066721A}">
      <dgm:prSet/>
      <dgm:spPr/>
      <dgm:t>
        <a:bodyPr/>
        <a:lstStyle/>
        <a:p>
          <a:endParaRPr lang="es-419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267C08C-E75F-493F-9A90-54F2A9CCC9E4}">
      <dgm:prSet phldrT="[Texto]" custT="1"/>
      <dgm:spPr/>
      <dgm:t>
        <a:bodyPr/>
        <a:lstStyle/>
        <a:p>
          <a:r>
            <a:rPr lang="es-AR" sz="2000"/>
            <a:t>Administrador de RRHH</a:t>
          </a:r>
          <a:endParaRPr lang="es-419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7252D88-345B-4904-830E-0DCE8CA089A0}" type="parTrans" cxnId="{6B4C221E-BCBE-4272-A4DC-D34FA65E6E8F}">
      <dgm:prSet/>
      <dgm:spPr/>
      <dgm:t>
        <a:bodyPr/>
        <a:lstStyle/>
        <a:p>
          <a:endParaRPr lang="es-419" sz="1200"/>
        </a:p>
      </dgm:t>
    </dgm:pt>
    <dgm:pt modelId="{09B71374-49CC-4B25-8DC7-A0671C249078}" type="sibTrans" cxnId="{6B4C221E-BCBE-4272-A4DC-D34FA65E6E8F}">
      <dgm:prSet/>
      <dgm:spPr/>
      <dgm:t>
        <a:bodyPr/>
        <a:lstStyle/>
        <a:p>
          <a:endParaRPr lang="es-419" sz="1200"/>
        </a:p>
      </dgm:t>
    </dgm:pt>
    <dgm:pt modelId="{070FE8C7-3E08-4793-95FE-E0575C4AA0D1}" type="pres">
      <dgm:prSet presAssocID="{C132D587-DCB8-419E-95AE-DD1E235AF51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882F79D-5648-4C20-BC49-20D14ABECC82}" type="pres">
      <dgm:prSet presAssocID="{5324D1A0-FECA-4318-9664-8C0E2328F09F}" presName="hierRoot1" presStyleCnt="0">
        <dgm:presLayoutVars>
          <dgm:hierBranch val="init"/>
        </dgm:presLayoutVars>
      </dgm:prSet>
      <dgm:spPr/>
    </dgm:pt>
    <dgm:pt modelId="{42351339-032E-4441-AD31-CDBD3977214D}" type="pres">
      <dgm:prSet presAssocID="{5324D1A0-FECA-4318-9664-8C0E2328F09F}" presName="rootComposite1" presStyleCnt="0"/>
      <dgm:spPr/>
    </dgm:pt>
    <dgm:pt modelId="{5441CDE9-50E3-4D26-A90F-9B0F96A57735}" type="pres">
      <dgm:prSet presAssocID="{5324D1A0-FECA-4318-9664-8C0E2328F09F}" presName="rootText1" presStyleLbl="node0" presStyleIdx="0" presStyleCnt="1">
        <dgm:presLayoutVars>
          <dgm:chPref val="3"/>
        </dgm:presLayoutVars>
      </dgm:prSet>
      <dgm:spPr/>
    </dgm:pt>
    <dgm:pt modelId="{AE602977-C258-4559-8483-FBB8AF83EF25}" type="pres">
      <dgm:prSet presAssocID="{5324D1A0-FECA-4318-9664-8C0E2328F09F}" presName="rootConnector1" presStyleLbl="node1" presStyleIdx="0" presStyleCnt="0"/>
      <dgm:spPr/>
    </dgm:pt>
    <dgm:pt modelId="{1DDF3778-5EE7-4CD4-B7FA-85B3C8352AB1}" type="pres">
      <dgm:prSet presAssocID="{5324D1A0-FECA-4318-9664-8C0E2328F09F}" presName="hierChild2" presStyleCnt="0"/>
      <dgm:spPr/>
    </dgm:pt>
    <dgm:pt modelId="{2C42098F-A0FC-47BA-819F-02833E12DDD9}" type="pres">
      <dgm:prSet presAssocID="{D62876B4-2993-40DC-B5B9-90B783359CCC}" presName="Name37" presStyleLbl="parChTrans1D2" presStyleIdx="0" presStyleCnt="3"/>
      <dgm:spPr/>
    </dgm:pt>
    <dgm:pt modelId="{56FD15DB-DEEA-4073-8646-153C3ABE9FD1}" type="pres">
      <dgm:prSet presAssocID="{6E028029-BCD8-43D3-9ED9-C01539EA6A19}" presName="hierRoot2" presStyleCnt="0">
        <dgm:presLayoutVars>
          <dgm:hierBranch val="init"/>
        </dgm:presLayoutVars>
      </dgm:prSet>
      <dgm:spPr/>
    </dgm:pt>
    <dgm:pt modelId="{8D9E733D-FEFC-48C1-B7E9-09CAA5ED1DF8}" type="pres">
      <dgm:prSet presAssocID="{6E028029-BCD8-43D3-9ED9-C01539EA6A19}" presName="rootComposite" presStyleCnt="0"/>
      <dgm:spPr/>
    </dgm:pt>
    <dgm:pt modelId="{FFE12068-816F-4CAF-9D9A-20148C5C9E99}" type="pres">
      <dgm:prSet presAssocID="{6E028029-BCD8-43D3-9ED9-C01539EA6A19}" presName="rootText" presStyleLbl="node2" presStyleIdx="0" presStyleCnt="3">
        <dgm:presLayoutVars>
          <dgm:chPref val="3"/>
        </dgm:presLayoutVars>
      </dgm:prSet>
      <dgm:spPr/>
    </dgm:pt>
    <dgm:pt modelId="{80561ED4-AAAB-46D8-952C-4B9F7DB06CCA}" type="pres">
      <dgm:prSet presAssocID="{6E028029-BCD8-43D3-9ED9-C01539EA6A19}" presName="rootConnector" presStyleLbl="node2" presStyleIdx="0" presStyleCnt="3"/>
      <dgm:spPr/>
    </dgm:pt>
    <dgm:pt modelId="{3404CEA3-F312-4F3C-88D4-55D2379F86BF}" type="pres">
      <dgm:prSet presAssocID="{6E028029-BCD8-43D3-9ED9-C01539EA6A19}" presName="hierChild4" presStyleCnt="0"/>
      <dgm:spPr/>
    </dgm:pt>
    <dgm:pt modelId="{C5BE6BF1-C61F-4519-BC7D-2E12B2C7EC6E}" type="pres">
      <dgm:prSet presAssocID="{7165F1CD-1BD8-4052-BF34-628BE1070AE4}" presName="Name37" presStyleLbl="parChTrans1D3" presStyleIdx="0" presStyleCnt="2"/>
      <dgm:spPr/>
    </dgm:pt>
    <dgm:pt modelId="{58BC081A-7365-46EE-A636-59A9AD08D5FE}" type="pres">
      <dgm:prSet presAssocID="{9A3B4470-6347-4EA0-9E0D-E8FFD38E460F}" presName="hierRoot2" presStyleCnt="0">
        <dgm:presLayoutVars>
          <dgm:hierBranch val="init"/>
        </dgm:presLayoutVars>
      </dgm:prSet>
      <dgm:spPr/>
    </dgm:pt>
    <dgm:pt modelId="{783842BB-5DD4-44FB-83C3-275BC4DCB3E3}" type="pres">
      <dgm:prSet presAssocID="{9A3B4470-6347-4EA0-9E0D-E8FFD38E460F}" presName="rootComposite" presStyleCnt="0"/>
      <dgm:spPr/>
    </dgm:pt>
    <dgm:pt modelId="{387DD08F-8441-4B9A-A3F8-D55D5E962C2F}" type="pres">
      <dgm:prSet presAssocID="{9A3B4470-6347-4EA0-9E0D-E8FFD38E460F}" presName="rootText" presStyleLbl="node3" presStyleIdx="0" presStyleCnt="2">
        <dgm:presLayoutVars>
          <dgm:chPref val="3"/>
        </dgm:presLayoutVars>
      </dgm:prSet>
      <dgm:spPr/>
    </dgm:pt>
    <dgm:pt modelId="{AC71E5A3-6E92-428D-8121-31920999F31A}" type="pres">
      <dgm:prSet presAssocID="{9A3B4470-6347-4EA0-9E0D-E8FFD38E460F}" presName="rootConnector" presStyleLbl="node3" presStyleIdx="0" presStyleCnt="2"/>
      <dgm:spPr/>
    </dgm:pt>
    <dgm:pt modelId="{F3976CD4-FA0A-447F-86A5-9D57329E9B2C}" type="pres">
      <dgm:prSet presAssocID="{9A3B4470-6347-4EA0-9E0D-E8FFD38E460F}" presName="hierChild4" presStyleCnt="0"/>
      <dgm:spPr/>
    </dgm:pt>
    <dgm:pt modelId="{89C21617-CF84-440A-AA86-AEF4FC5D5CF6}" type="pres">
      <dgm:prSet presAssocID="{9A3B4470-6347-4EA0-9E0D-E8FFD38E460F}" presName="hierChild5" presStyleCnt="0"/>
      <dgm:spPr/>
    </dgm:pt>
    <dgm:pt modelId="{A3B2B24D-5C8B-4A44-9D84-DDAC67E50B3A}" type="pres">
      <dgm:prSet presAssocID="{6E028029-BCD8-43D3-9ED9-C01539EA6A19}" presName="hierChild5" presStyleCnt="0"/>
      <dgm:spPr/>
    </dgm:pt>
    <dgm:pt modelId="{81F1AD56-C2A5-46FE-8561-FA6386B7BF20}" type="pres">
      <dgm:prSet presAssocID="{EF855900-EEF0-48F7-A546-69CB28B0770C}" presName="Name37" presStyleLbl="parChTrans1D2" presStyleIdx="1" presStyleCnt="3"/>
      <dgm:spPr/>
    </dgm:pt>
    <dgm:pt modelId="{726D4C07-9806-403D-B3F2-BA0143EDA64E}" type="pres">
      <dgm:prSet presAssocID="{F234E6BD-C1C9-4723-9FE4-E5D7E8CFE4FE}" presName="hierRoot2" presStyleCnt="0">
        <dgm:presLayoutVars>
          <dgm:hierBranch val="init"/>
        </dgm:presLayoutVars>
      </dgm:prSet>
      <dgm:spPr/>
    </dgm:pt>
    <dgm:pt modelId="{02F46C84-7736-45F0-B349-D50FC2BEFD64}" type="pres">
      <dgm:prSet presAssocID="{F234E6BD-C1C9-4723-9FE4-E5D7E8CFE4FE}" presName="rootComposite" presStyleCnt="0"/>
      <dgm:spPr/>
    </dgm:pt>
    <dgm:pt modelId="{2D28DE86-9712-4D69-B957-064311BB00FD}" type="pres">
      <dgm:prSet presAssocID="{F234E6BD-C1C9-4723-9FE4-E5D7E8CFE4FE}" presName="rootText" presStyleLbl="node2" presStyleIdx="1" presStyleCnt="3">
        <dgm:presLayoutVars>
          <dgm:chPref val="3"/>
        </dgm:presLayoutVars>
      </dgm:prSet>
      <dgm:spPr/>
    </dgm:pt>
    <dgm:pt modelId="{2CA62C2E-B02C-4F33-ACFB-9FBF9D649C15}" type="pres">
      <dgm:prSet presAssocID="{F234E6BD-C1C9-4723-9FE4-E5D7E8CFE4FE}" presName="rootConnector" presStyleLbl="node2" presStyleIdx="1" presStyleCnt="3"/>
      <dgm:spPr/>
    </dgm:pt>
    <dgm:pt modelId="{36CDE14F-650D-48D6-B7A5-F9EC6E7E6FBC}" type="pres">
      <dgm:prSet presAssocID="{F234E6BD-C1C9-4723-9FE4-E5D7E8CFE4FE}" presName="hierChild4" presStyleCnt="0"/>
      <dgm:spPr/>
    </dgm:pt>
    <dgm:pt modelId="{CA2FBC06-4A18-4341-96F2-B857ECFEFB8D}" type="pres">
      <dgm:prSet presAssocID="{0EE8EADB-E795-4DFC-8A7C-CEE8461CC0C1}" presName="Name37" presStyleLbl="parChTrans1D3" presStyleIdx="1" presStyleCnt="2"/>
      <dgm:spPr/>
    </dgm:pt>
    <dgm:pt modelId="{08E7431C-6B82-492B-AC07-E515EA9D209B}" type="pres">
      <dgm:prSet presAssocID="{422A72E3-753C-4AB5-968C-92EAB6CD99C1}" presName="hierRoot2" presStyleCnt="0">
        <dgm:presLayoutVars>
          <dgm:hierBranch val="init"/>
        </dgm:presLayoutVars>
      </dgm:prSet>
      <dgm:spPr/>
    </dgm:pt>
    <dgm:pt modelId="{546F169B-B809-4701-8365-68DA39FDA9E8}" type="pres">
      <dgm:prSet presAssocID="{422A72E3-753C-4AB5-968C-92EAB6CD99C1}" presName="rootComposite" presStyleCnt="0"/>
      <dgm:spPr/>
    </dgm:pt>
    <dgm:pt modelId="{DB6ACAF3-5CF7-47CB-A143-A216F1AF2F8D}" type="pres">
      <dgm:prSet presAssocID="{422A72E3-753C-4AB5-968C-92EAB6CD99C1}" presName="rootText" presStyleLbl="node3" presStyleIdx="1" presStyleCnt="2">
        <dgm:presLayoutVars>
          <dgm:chPref val="3"/>
        </dgm:presLayoutVars>
      </dgm:prSet>
      <dgm:spPr/>
    </dgm:pt>
    <dgm:pt modelId="{B5989536-7627-4357-8640-9384448B3AC0}" type="pres">
      <dgm:prSet presAssocID="{422A72E3-753C-4AB5-968C-92EAB6CD99C1}" presName="rootConnector" presStyleLbl="node3" presStyleIdx="1" presStyleCnt="2"/>
      <dgm:spPr/>
    </dgm:pt>
    <dgm:pt modelId="{2D5570A7-CC29-4206-96D5-D4DE0A89E95B}" type="pres">
      <dgm:prSet presAssocID="{422A72E3-753C-4AB5-968C-92EAB6CD99C1}" presName="hierChild4" presStyleCnt="0"/>
      <dgm:spPr/>
    </dgm:pt>
    <dgm:pt modelId="{BF7E4130-2185-401A-AC16-5ACF9E48FF2E}" type="pres">
      <dgm:prSet presAssocID="{422A72E3-753C-4AB5-968C-92EAB6CD99C1}" presName="hierChild5" presStyleCnt="0"/>
      <dgm:spPr/>
    </dgm:pt>
    <dgm:pt modelId="{6C6482C5-6AF9-4509-8025-C245738BB993}" type="pres">
      <dgm:prSet presAssocID="{F234E6BD-C1C9-4723-9FE4-E5D7E8CFE4FE}" presName="hierChild5" presStyleCnt="0"/>
      <dgm:spPr/>
    </dgm:pt>
    <dgm:pt modelId="{D9929CF6-78E2-40A8-BBE6-41D653590FFC}" type="pres">
      <dgm:prSet presAssocID="{F7252D88-345B-4904-830E-0DCE8CA089A0}" presName="Name37" presStyleLbl="parChTrans1D2" presStyleIdx="2" presStyleCnt="3"/>
      <dgm:spPr/>
    </dgm:pt>
    <dgm:pt modelId="{405C5114-909C-4330-A159-8FF683B8DF04}" type="pres">
      <dgm:prSet presAssocID="{3267C08C-E75F-493F-9A90-54F2A9CCC9E4}" presName="hierRoot2" presStyleCnt="0">
        <dgm:presLayoutVars>
          <dgm:hierBranch val="init"/>
        </dgm:presLayoutVars>
      </dgm:prSet>
      <dgm:spPr/>
    </dgm:pt>
    <dgm:pt modelId="{B42D4557-D37E-4135-8331-895B8CA9234E}" type="pres">
      <dgm:prSet presAssocID="{3267C08C-E75F-493F-9A90-54F2A9CCC9E4}" presName="rootComposite" presStyleCnt="0"/>
      <dgm:spPr/>
    </dgm:pt>
    <dgm:pt modelId="{AC043FC1-DB0A-4FD6-A916-EE4978A31978}" type="pres">
      <dgm:prSet presAssocID="{3267C08C-E75F-493F-9A90-54F2A9CCC9E4}" presName="rootText" presStyleLbl="node2" presStyleIdx="2" presStyleCnt="3">
        <dgm:presLayoutVars>
          <dgm:chPref val="3"/>
        </dgm:presLayoutVars>
      </dgm:prSet>
      <dgm:spPr/>
    </dgm:pt>
    <dgm:pt modelId="{DB6871EA-3664-42AD-975E-140C85E53CA9}" type="pres">
      <dgm:prSet presAssocID="{3267C08C-E75F-493F-9A90-54F2A9CCC9E4}" presName="rootConnector" presStyleLbl="node2" presStyleIdx="2" presStyleCnt="3"/>
      <dgm:spPr/>
    </dgm:pt>
    <dgm:pt modelId="{7C98714D-3795-4B0D-8C11-9F02F64696A7}" type="pres">
      <dgm:prSet presAssocID="{3267C08C-E75F-493F-9A90-54F2A9CCC9E4}" presName="hierChild4" presStyleCnt="0"/>
      <dgm:spPr/>
    </dgm:pt>
    <dgm:pt modelId="{89D1E959-0DCC-4678-8449-F71E21F56B2A}" type="pres">
      <dgm:prSet presAssocID="{3267C08C-E75F-493F-9A90-54F2A9CCC9E4}" presName="hierChild5" presStyleCnt="0"/>
      <dgm:spPr/>
    </dgm:pt>
    <dgm:pt modelId="{22079E61-E8B3-4A92-A868-EC3EF5D42AFA}" type="pres">
      <dgm:prSet presAssocID="{5324D1A0-FECA-4318-9664-8C0E2328F09F}" presName="hierChild3" presStyleCnt="0"/>
      <dgm:spPr/>
    </dgm:pt>
  </dgm:ptLst>
  <dgm:cxnLst>
    <dgm:cxn modelId="{8F10A505-85D5-4003-9C4C-A16143A6034A}" srcId="{C132D587-DCB8-419E-95AE-DD1E235AF517}" destId="{5324D1A0-FECA-4318-9664-8C0E2328F09F}" srcOrd="0" destOrd="0" parTransId="{575C2697-CBAC-4606-A97B-23B375ECB3D0}" sibTransId="{84FB93D7-28DB-4C39-BD07-0E757963B6A9}"/>
    <dgm:cxn modelId="{ADDCA108-99BC-4EE1-8AFC-B9521066721A}" srcId="{5324D1A0-FECA-4318-9664-8C0E2328F09F}" destId="{6E028029-BCD8-43D3-9ED9-C01539EA6A19}" srcOrd="0" destOrd="0" parTransId="{D62876B4-2993-40DC-B5B9-90B783359CCC}" sibTransId="{22E76609-8784-49DF-AA40-77D779A0F507}"/>
    <dgm:cxn modelId="{C22DC518-A28A-4C43-8CAF-3D00F4161B4D}" type="presOf" srcId="{F7252D88-345B-4904-830E-0DCE8CA089A0}" destId="{D9929CF6-78E2-40A8-BBE6-41D653590FFC}" srcOrd="0" destOrd="0" presId="urn:microsoft.com/office/officeart/2005/8/layout/orgChart1"/>
    <dgm:cxn modelId="{9C143E1C-41AD-4823-8922-B5FA970F65BB}" type="presOf" srcId="{F234E6BD-C1C9-4723-9FE4-E5D7E8CFE4FE}" destId="{2CA62C2E-B02C-4F33-ACFB-9FBF9D649C15}" srcOrd="1" destOrd="0" presId="urn:microsoft.com/office/officeart/2005/8/layout/orgChart1"/>
    <dgm:cxn modelId="{7457561D-F7E0-4E06-ADA5-5FDF65A745D2}" type="presOf" srcId="{C132D587-DCB8-419E-95AE-DD1E235AF517}" destId="{070FE8C7-3E08-4793-95FE-E0575C4AA0D1}" srcOrd="0" destOrd="0" presId="urn:microsoft.com/office/officeart/2005/8/layout/orgChart1"/>
    <dgm:cxn modelId="{6B4C221E-BCBE-4272-A4DC-D34FA65E6E8F}" srcId="{5324D1A0-FECA-4318-9664-8C0E2328F09F}" destId="{3267C08C-E75F-493F-9A90-54F2A9CCC9E4}" srcOrd="2" destOrd="0" parTransId="{F7252D88-345B-4904-830E-0DCE8CA089A0}" sibTransId="{09B71374-49CC-4B25-8DC7-A0671C249078}"/>
    <dgm:cxn modelId="{B5B9BD26-8FFB-40FC-8F80-A42113B2DE1C}" type="presOf" srcId="{9A3B4470-6347-4EA0-9E0D-E8FFD38E460F}" destId="{AC71E5A3-6E92-428D-8121-31920999F31A}" srcOrd="1" destOrd="0" presId="urn:microsoft.com/office/officeart/2005/8/layout/orgChart1"/>
    <dgm:cxn modelId="{29A25542-DF17-4E09-9BC5-2F304DD7C238}" type="presOf" srcId="{9A3B4470-6347-4EA0-9E0D-E8FFD38E460F}" destId="{387DD08F-8441-4B9A-A3F8-D55D5E962C2F}" srcOrd="0" destOrd="0" presId="urn:microsoft.com/office/officeart/2005/8/layout/orgChart1"/>
    <dgm:cxn modelId="{0C3DEB64-0F69-4084-91C2-54634C1EDFD9}" type="presOf" srcId="{7165F1CD-1BD8-4052-BF34-628BE1070AE4}" destId="{C5BE6BF1-C61F-4519-BC7D-2E12B2C7EC6E}" srcOrd="0" destOrd="0" presId="urn:microsoft.com/office/officeart/2005/8/layout/orgChart1"/>
    <dgm:cxn modelId="{BCCA8E6E-7A81-45A3-A465-9E4EDECDC3C6}" type="presOf" srcId="{D62876B4-2993-40DC-B5B9-90B783359CCC}" destId="{2C42098F-A0FC-47BA-819F-02833E12DDD9}" srcOrd="0" destOrd="0" presId="urn:microsoft.com/office/officeart/2005/8/layout/orgChart1"/>
    <dgm:cxn modelId="{CCBA1A4F-E3C6-4EE1-82D2-991CC9A6771E}" type="presOf" srcId="{5324D1A0-FECA-4318-9664-8C0E2328F09F}" destId="{5441CDE9-50E3-4D26-A90F-9B0F96A57735}" srcOrd="0" destOrd="0" presId="urn:microsoft.com/office/officeart/2005/8/layout/orgChart1"/>
    <dgm:cxn modelId="{7E355354-675E-4C7D-B89A-4C43D4C1921F}" type="presOf" srcId="{EF855900-EEF0-48F7-A546-69CB28B0770C}" destId="{81F1AD56-C2A5-46FE-8561-FA6386B7BF20}" srcOrd="0" destOrd="0" presId="urn:microsoft.com/office/officeart/2005/8/layout/orgChart1"/>
    <dgm:cxn modelId="{95C39B7F-D46C-4DAC-8D3D-5C9847AB8F08}" type="presOf" srcId="{0EE8EADB-E795-4DFC-8A7C-CEE8461CC0C1}" destId="{CA2FBC06-4A18-4341-96F2-B857ECFEFB8D}" srcOrd="0" destOrd="0" presId="urn:microsoft.com/office/officeart/2005/8/layout/orgChart1"/>
    <dgm:cxn modelId="{D2D7FFA2-D541-497F-8322-EB15DF0DEA98}" srcId="{5324D1A0-FECA-4318-9664-8C0E2328F09F}" destId="{F234E6BD-C1C9-4723-9FE4-E5D7E8CFE4FE}" srcOrd="1" destOrd="0" parTransId="{EF855900-EEF0-48F7-A546-69CB28B0770C}" sibTransId="{2AA64B2F-8FC8-4A4E-BEE5-58DB917293CD}"/>
    <dgm:cxn modelId="{B961F4A6-D9E4-483B-BFAA-65107C9EBA56}" type="presOf" srcId="{422A72E3-753C-4AB5-968C-92EAB6CD99C1}" destId="{DB6ACAF3-5CF7-47CB-A143-A216F1AF2F8D}" srcOrd="0" destOrd="0" presId="urn:microsoft.com/office/officeart/2005/8/layout/orgChart1"/>
    <dgm:cxn modelId="{F77BBBB2-2F73-4D8B-A056-FBBBB37DDD7A}" type="presOf" srcId="{422A72E3-753C-4AB5-968C-92EAB6CD99C1}" destId="{B5989536-7627-4357-8640-9384448B3AC0}" srcOrd="1" destOrd="0" presId="urn:microsoft.com/office/officeart/2005/8/layout/orgChart1"/>
    <dgm:cxn modelId="{E3CB71B6-C6F6-450E-BCFE-9FF9C5D7B51E}" type="presOf" srcId="{3267C08C-E75F-493F-9A90-54F2A9CCC9E4}" destId="{DB6871EA-3664-42AD-975E-140C85E53CA9}" srcOrd="1" destOrd="0" presId="urn:microsoft.com/office/officeart/2005/8/layout/orgChart1"/>
    <dgm:cxn modelId="{9CE7ECB8-A485-45BB-9601-4196D5C4D3B4}" type="presOf" srcId="{6E028029-BCD8-43D3-9ED9-C01539EA6A19}" destId="{80561ED4-AAAB-46D8-952C-4B9F7DB06CCA}" srcOrd="1" destOrd="0" presId="urn:microsoft.com/office/officeart/2005/8/layout/orgChart1"/>
    <dgm:cxn modelId="{89FB0EC0-E84D-48A8-A761-717228202ED9}" type="presOf" srcId="{3267C08C-E75F-493F-9A90-54F2A9CCC9E4}" destId="{AC043FC1-DB0A-4FD6-A916-EE4978A31978}" srcOrd="0" destOrd="0" presId="urn:microsoft.com/office/officeart/2005/8/layout/orgChart1"/>
    <dgm:cxn modelId="{B22346C4-6259-48F4-A370-832FB7B16FCB}" srcId="{6E028029-BCD8-43D3-9ED9-C01539EA6A19}" destId="{9A3B4470-6347-4EA0-9E0D-E8FFD38E460F}" srcOrd="0" destOrd="0" parTransId="{7165F1CD-1BD8-4052-BF34-628BE1070AE4}" sibTransId="{27C9B4AD-9A9C-4EC2-9525-2684CE0AAE89}"/>
    <dgm:cxn modelId="{D443F1CC-CF10-43B6-A7DA-AE6EA4E6A02D}" type="presOf" srcId="{F234E6BD-C1C9-4723-9FE4-E5D7E8CFE4FE}" destId="{2D28DE86-9712-4D69-B957-064311BB00FD}" srcOrd="0" destOrd="0" presId="urn:microsoft.com/office/officeart/2005/8/layout/orgChart1"/>
    <dgm:cxn modelId="{3CC2EDD3-3673-4012-B10A-9F6367B59327}" type="presOf" srcId="{6E028029-BCD8-43D3-9ED9-C01539EA6A19}" destId="{FFE12068-816F-4CAF-9D9A-20148C5C9E99}" srcOrd="0" destOrd="0" presId="urn:microsoft.com/office/officeart/2005/8/layout/orgChart1"/>
    <dgm:cxn modelId="{6C0536EE-4389-4387-B7B2-0D2E17CCA43D}" type="presOf" srcId="{5324D1A0-FECA-4318-9664-8C0E2328F09F}" destId="{AE602977-C258-4559-8483-FBB8AF83EF25}" srcOrd="1" destOrd="0" presId="urn:microsoft.com/office/officeart/2005/8/layout/orgChart1"/>
    <dgm:cxn modelId="{B648D1F1-3E0B-4101-92BE-83B6D6F177B5}" srcId="{F234E6BD-C1C9-4723-9FE4-E5D7E8CFE4FE}" destId="{422A72E3-753C-4AB5-968C-92EAB6CD99C1}" srcOrd="0" destOrd="0" parTransId="{0EE8EADB-E795-4DFC-8A7C-CEE8461CC0C1}" sibTransId="{18BC2163-CF74-4F3E-BEAC-90ECEB96950A}"/>
    <dgm:cxn modelId="{FEEE4A3A-2EEE-42FC-A80A-867C215E6FA4}" type="presParOf" srcId="{070FE8C7-3E08-4793-95FE-E0575C4AA0D1}" destId="{A882F79D-5648-4C20-BC49-20D14ABECC82}" srcOrd="0" destOrd="0" presId="urn:microsoft.com/office/officeart/2005/8/layout/orgChart1"/>
    <dgm:cxn modelId="{AC8BA35B-7529-46D1-A9DF-08B745F0B701}" type="presParOf" srcId="{A882F79D-5648-4C20-BC49-20D14ABECC82}" destId="{42351339-032E-4441-AD31-CDBD3977214D}" srcOrd="0" destOrd="0" presId="urn:microsoft.com/office/officeart/2005/8/layout/orgChart1"/>
    <dgm:cxn modelId="{8B0A0E47-63FE-454B-8876-7C5BF3DF7380}" type="presParOf" srcId="{42351339-032E-4441-AD31-CDBD3977214D}" destId="{5441CDE9-50E3-4D26-A90F-9B0F96A57735}" srcOrd="0" destOrd="0" presId="urn:microsoft.com/office/officeart/2005/8/layout/orgChart1"/>
    <dgm:cxn modelId="{6AB8B697-06BE-4757-B4FA-DC5297DE6032}" type="presParOf" srcId="{42351339-032E-4441-AD31-CDBD3977214D}" destId="{AE602977-C258-4559-8483-FBB8AF83EF25}" srcOrd="1" destOrd="0" presId="urn:microsoft.com/office/officeart/2005/8/layout/orgChart1"/>
    <dgm:cxn modelId="{69FD4D2A-6ADA-476C-9D01-7D295BC54AE7}" type="presParOf" srcId="{A882F79D-5648-4C20-BC49-20D14ABECC82}" destId="{1DDF3778-5EE7-4CD4-B7FA-85B3C8352AB1}" srcOrd="1" destOrd="0" presId="urn:microsoft.com/office/officeart/2005/8/layout/orgChart1"/>
    <dgm:cxn modelId="{BC8E4676-B091-4A59-A967-BF936CCE447C}" type="presParOf" srcId="{1DDF3778-5EE7-4CD4-B7FA-85B3C8352AB1}" destId="{2C42098F-A0FC-47BA-819F-02833E12DDD9}" srcOrd="0" destOrd="0" presId="urn:microsoft.com/office/officeart/2005/8/layout/orgChart1"/>
    <dgm:cxn modelId="{10C86AD9-C441-4C38-A657-E3F013E07BAA}" type="presParOf" srcId="{1DDF3778-5EE7-4CD4-B7FA-85B3C8352AB1}" destId="{56FD15DB-DEEA-4073-8646-153C3ABE9FD1}" srcOrd="1" destOrd="0" presId="urn:microsoft.com/office/officeart/2005/8/layout/orgChart1"/>
    <dgm:cxn modelId="{51C6EA17-2378-4788-A12D-1874C73D2EFE}" type="presParOf" srcId="{56FD15DB-DEEA-4073-8646-153C3ABE9FD1}" destId="{8D9E733D-FEFC-48C1-B7E9-09CAA5ED1DF8}" srcOrd="0" destOrd="0" presId="urn:microsoft.com/office/officeart/2005/8/layout/orgChart1"/>
    <dgm:cxn modelId="{0761348F-5638-4D2D-9C91-0D60F09B63A0}" type="presParOf" srcId="{8D9E733D-FEFC-48C1-B7E9-09CAA5ED1DF8}" destId="{FFE12068-816F-4CAF-9D9A-20148C5C9E99}" srcOrd="0" destOrd="0" presId="urn:microsoft.com/office/officeart/2005/8/layout/orgChart1"/>
    <dgm:cxn modelId="{E198C745-7625-4D38-A788-A1E5CCB42920}" type="presParOf" srcId="{8D9E733D-FEFC-48C1-B7E9-09CAA5ED1DF8}" destId="{80561ED4-AAAB-46D8-952C-4B9F7DB06CCA}" srcOrd="1" destOrd="0" presId="urn:microsoft.com/office/officeart/2005/8/layout/orgChart1"/>
    <dgm:cxn modelId="{13AFD873-DAA5-4428-A7E6-D515776B644E}" type="presParOf" srcId="{56FD15DB-DEEA-4073-8646-153C3ABE9FD1}" destId="{3404CEA3-F312-4F3C-88D4-55D2379F86BF}" srcOrd="1" destOrd="0" presId="urn:microsoft.com/office/officeart/2005/8/layout/orgChart1"/>
    <dgm:cxn modelId="{E565E129-8BC6-4E70-9424-7C9C8FDA40C2}" type="presParOf" srcId="{3404CEA3-F312-4F3C-88D4-55D2379F86BF}" destId="{C5BE6BF1-C61F-4519-BC7D-2E12B2C7EC6E}" srcOrd="0" destOrd="0" presId="urn:microsoft.com/office/officeart/2005/8/layout/orgChart1"/>
    <dgm:cxn modelId="{C702C0C9-5957-4FF2-9026-7B894E8169FE}" type="presParOf" srcId="{3404CEA3-F312-4F3C-88D4-55D2379F86BF}" destId="{58BC081A-7365-46EE-A636-59A9AD08D5FE}" srcOrd="1" destOrd="0" presId="urn:microsoft.com/office/officeart/2005/8/layout/orgChart1"/>
    <dgm:cxn modelId="{872FB2BC-4A86-4727-AEAB-376BEB85B980}" type="presParOf" srcId="{58BC081A-7365-46EE-A636-59A9AD08D5FE}" destId="{783842BB-5DD4-44FB-83C3-275BC4DCB3E3}" srcOrd="0" destOrd="0" presId="urn:microsoft.com/office/officeart/2005/8/layout/orgChart1"/>
    <dgm:cxn modelId="{781B47B4-045D-4F40-8527-EB0D63DCB4DD}" type="presParOf" srcId="{783842BB-5DD4-44FB-83C3-275BC4DCB3E3}" destId="{387DD08F-8441-4B9A-A3F8-D55D5E962C2F}" srcOrd="0" destOrd="0" presId="urn:microsoft.com/office/officeart/2005/8/layout/orgChart1"/>
    <dgm:cxn modelId="{A19C57FB-A104-4E45-8E27-4036F89D9DC0}" type="presParOf" srcId="{783842BB-5DD4-44FB-83C3-275BC4DCB3E3}" destId="{AC71E5A3-6E92-428D-8121-31920999F31A}" srcOrd="1" destOrd="0" presId="urn:microsoft.com/office/officeart/2005/8/layout/orgChart1"/>
    <dgm:cxn modelId="{D1D38465-2356-496F-BD87-CE6D65FACA8F}" type="presParOf" srcId="{58BC081A-7365-46EE-A636-59A9AD08D5FE}" destId="{F3976CD4-FA0A-447F-86A5-9D57329E9B2C}" srcOrd="1" destOrd="0" presId="urn:microsoft.com/office/officeart/2005/8/layout/orgChart1"/>
    <dgm:cxn modelId="{728AFD93-489A-4C2A-B305-FFC0DC610EB3}" type="presParOf" srcId="{58BC081A-7365-46EE-A636-59A9AD08D5FE}" destId="{89C21617-CF84-440A-AA86-AEF4FC5D5CF6}" srcOrd="2" destOrd="0" presId="urn:microsoft.com/office/officeart/2005/8/layout/orgChart1"/>
    <dgm:cxn modelId="{C50C120A-C42A-4F38-B18E-47DF539AF2CA}" type="presParOf" srcId="{56FD15DB-DEEA-4073-8646-153C3ABE9FD1}" destId="{A3B2B24D-5C8B-4A44-9D84-DDAC67E50B3A}" srcOrd="2" destOrd="0" presId="urn:microsoft.com/office/officeart/2005/8/layout/orgChart1"/>
    <dgm:cxn modelId="{AFFCFD52-D9EE-4784-A133-FB51ADA57384}" type="presParOf" srcId="{1DDF3778-5EE7-4CD4-B7FA-85B3C8352AB1}" destId="{81F1AD56-C2A5-46FE-8561-FA6386B7BF20}" srcOrd="2" destOrd="0" presId="urn:microsoft.com/office/officeart/2005/8/layout/orgChart1"/>
    <dgm:cxn modelId="{ABF99313-424E-4C51-8181-1E841E1A115C}" type="presParOf" srcId="{1DDF3778-5EE7-4CD4-B7FA-85B3C8352AB1}" destId="{726D4C07-9806-403D-B3F2-BA0143EDA64E}" srcOrd="3" destOrd="0" presId="urn:microsoft.com/office/officeart/2005/8/layout/orgChart1"/>
    <dgm:cxn modelId="{5BAA3436-009E-4A53-86E6-F45906C69266}" type="presParOf" srcId="{726D4C07-9806-403D-B3F2-BA0143EDA64E}" destId="{02F46C84-7736-45F0-B349-D50FC2BEFD64}" srcOrd="0" destOrd="0" presId="urn:microsoft.com/office/officeart/2005/8/layout/orgChart1"/>
    <dgm:cxn modelId="{E59FF39A-2E26-4EBE-BE54-AF014DE762D3}" type="presParOf" srcId="{02F46C84-7736-45F0-B349-D50FC2BEFD64}" destId="{2D28DE86-9712-4D69-B957-064311BB00FD}" srcOrd="0" destOrd="0" presId="urn:microsoft.com/office/officeart/2005/8/layout/orgChart1"/>
    <dgm:cxn modelId="{CF21612F-1818-48CD-BE18-E3AB73C43ADF}" type="presParOf" srcId="{02F46C84-7736-45F0-B349-D50FC2BEFD64}" destId="{2CA62C2E-B02C-4F33-ACFB-9FBF9D649C15}" srcOrd="1" destOrd="0" presId="urn:microsoft.com/office/officeart/2005/8/layout/orgChart1"/>
    <dgm:cxn modelId="{2F434DD4-C28E-467F-A6DA-D85AC3FC65F7}" type="presParOf" srcId="{726D4C07-9806-403D-B3F2-BA0143EDA64E}" destId="{36CDE14F-650D-48D6-B7A5-F9EC6E7E6FBC}" srcOrd="1" destOrd="0" presId="urn:microsoft.com/office/officeart/2005/8/layout/orgChart1"/>
    <dgm:cxn modelId="{1818CC51-36AA-450A-9F04-5C182B9D0A3F}" type="presParOf" srcId="{36CDE14F-650D-48D6-B7A5-F9EC6E7E6FBC}" destId="{CA2FBC06-4A18-4341-96F2-B857ECFEFB8D}" srcOrd="0" destOrd="0" presId="urn:microsoft.com/office/officeart/2005/8/layout/orgChart1"/>
    <dgm:cxn modelId="{5BE9435F-B1D7-4822-A6E7-9AB787B6E5C9}" type="presParOf" srcId="{36CDE14F-650D-48D6-B7A5-F9EC6E7E6FBC}" destId="{08E7431C-6B82-492B-AC07-E515EA9D209B}" srcOrd="1" destOrd="0" presId="urn:microsoft.com/office/officeart/2005/8/layout/orgChart1"/>
    <dgm:cxn modelId="{2AE0E44A-0EDF-44A2-B7DF-3D60F0CE7267}" type="presParOf" srcId="{08E7431C-6B82-492B-AC07-E515EA9D209B}" destId="{546F169B-B809-4701-8365-68DA39FDA9E8}" srcOrd="0" destOrd="0" presId="urn:microsoft.com/office/officeart/2005/8/layout/orgChart1"/>
    <dgm:cxn modelId="{03373BBA-7DD9-4F08-9392-91DDF3165F30}" type="presParOf" srcId="{546F169B-B809-4701-8365-68DA39FDA9E8}" destId="{DB6ACAF3-5CF7-47CB-A143-A216F1AF2F8D}" srcOrd="0" destOrd="0" presId="urn:microsoft.com/office/officeart/2005/8/layout/orgChart1"/>
    <dgm:cxn modelId="{E17F1167-56D6-46C4-B6E7-12A4D7427687}" type="presParOf" srcId="{546F169B-B809-4701-8365-68DA39FDA9E8}" destId="{B5989536-7627-4357-8640-9384448B3AC0}" srcOrd="1" destOrd="0" presId="urn:microsoft.com/office/officeart/2005/8/layout/orgChart1"/>
    <dgm:cxn modelId="{97B03074-A789-4008-951A-15C0466702CF}" type="presParOf" srcId="{08E7431C-6B82-492B-AC07-E515EA9D209B}" destId="{2D5570A7-CC29-4206-96D5-D4DE0A89E95B}" srcOrd="1" destOrd="0" presId="urn:microsoft.com/office/officeart/2005/8/layout/orgChart1"/>
    <dgm:cxn modelId="{CEC54282-C33A-46FC-BEC4-C98ECC14E87A}" type="presParOf" srcId="{08E7431C-6B82-492B-AC07-E515EA9D209B}" destId="{BF7E4130-2185-401A-AC16-5ACF9E48FF2E}" srcOrd="2" destOrd="0" presId="urn:microsoft.com/office/officeart/2005/8/layout/orgChart1"/>
    <dgm:cxn modelId="{B97D031C-F231-4EC9-AAE9-F286CEC85529}" type="presParOf" srcId="{726D4C07-9806-403D-B3F2-BA0143EDA64E}" destId="{6C6482C5-6AF9-4509-8025-C245738BB993}" srcOrd="2" destOrd="0" presId="urn:microsoft.com/office/officeart/2005/8/layout/orgChart1"/>
    <dgm:cxn modelId="{BA6EF61F-C403-4A8E-8608-EC1A2B861C4F}" type="presParOf" srcId="{1DDF3778-5EE7-4CD4-B7FA-85B3C8352AB1}" destId="{D9929CF6-78E2-40A8-BBE6-41D653590FFC}" srcOrd="4" destOrd="0" presId="urn:microsoft.com/office/officeart/2005/8/layout/orgChart1"/>
    <dgm:cxn modelId="{0F2900FC-2C9E-450F-BF06-41BA99474A75}" type="presParOf" srcId="{1DDF3778-5EE7-4CD4-B7FA-85B3C8352AB1}" destId="{405C5114-909C-4330-A159-8FF683B8DF04}" srcOrd="5" destOrd="0" presId="urn:microsoft.com/office/officeart/2005/8/layout/orgChart1"/>
    <dgm:cxn modelId="{5DACEC59-030D-4A14-88B0-15D50A0228D4}" type="presParOf" srcId="{405C5114-909C-4330-A159-8FF683B8DF04}" destId="{B42D4557-D37E-4135-8331-895B8CA9234E}" srcOrd="0" destOrd="0" presId="urn:microsoft.com/office/officeart/2005/8/layout/orgChart1"/>
    <dgm:cxn modelId="{17F011D4-D3D2-4D83-9E86-43575A7B0AC9}" type="presParOf" srcId="{B42D4557-D37E-4135-8331-895B8CA9234E}" destId="{AC043FC1-DB0A-4FD6-A916-EE4978A31978}" srcOrd="0" destOrd="0" presId="urn:microsoft.com/office/officeart/2005/8/layout/orgChart1"/>
    <dgm:cxn modelId="{4AA29A09-C5B5-49DF-A7F4-5E59328F996C}" type="presParOf" srcId="{B42D4557-D37E-4135-8331-895B8CA9234E}" destId="{DB6871EA-3664-42AD-975E-140C85E53CA9}" srcOrd="1" destOrd="0" presId="urn:microsoft.com/office/officeart/2005/8/layout/orgChart1"/>
    <dgm:cxn modelId="{FA90DC98-12B8-4360-AFC6-D522F6414D70}" type="presParOf" srcId="{405C5114-909C-4330-A159-8FF683B8DF04}" destId="{7C98714D-3795-4B0D-8C11-9F02F64696A7}" srcOrd="1" destOrd="0" presId="urn:microsoft.com/office/officeart/2005/8/layout/orgChart1"/>
    <dgm:cxn modelId="{1EA20D68-FDB3-443E-9C2D-15FDF708EF13}" type="presParOf" srcId="{405C5114-909C-4330-A159-8FF683B8DF04}" destId="{89D1E959-0DCC-4678-8449-F71E21F56B2A}" srcOrd="2" destOrd="0" presId="urn:microsoft.com/office/officeart/2005/8/layout/orgChart1"/>
    <dgm:cxn modelId="{250F135C-4DC4-43EB-ABDB-D5CD6D5CE253}" type="presParOf" srcId="{A882F79D-5648-4C20-BC49-20D14ABECC82}" destId="{22079E61-E8B3-4A92-A868-EC3EF5D42AF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32D587-DCB8-419E-95AE-DD1E235AF517}" type="doc">
      <dgm:prSet loTypeId="urn:microsoft.com/office/officeart/2005/8/layout/orgChart1" loCatId="hierarchy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s-419"/>
        </a:p>
      </dgm:t>
    </dgm:pt>
    <dgm:pt modelId="{5324D1A0-FECA-4318-9664-8C0E2328F09F}">
      <dgm:prSet phldrT="[Texto]"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Gerente General</a:t>
          </a:r>
          <a:endParaRPr lang="es-419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5C2697-CBAC-4606-A97B-23B375ECB3D0}" type="parTrans" cxnId="{8F10A505-85D5-4003-9C4C-A16143A6034A}">
      <dgm:prSet/>
      <dgm:spPr/>
      <dgm:t>
        <a:bodyPr/>
        <a:lstStyle/>
        <a:p>
          <a:endParaRPr lang="es-419" sz="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FB93D7-28DB-4C39-BD07-0E757963B6A9}" type="sibTrans" cxnId="{8F10A505-85D5-4003-9C4C-A16143A6034A}">
      <dgm:prSet/>
      <dgm:spPr/>
      <dgm:t>
        <a:bodyPr/>
        <a:lstStyle/>
        <a:p>
          <a:endParaRPr lang="es-419" sz="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2A72E3-753C-4AB5-968C-92EAB6CD99C1}">
      <dgm:prSet phldrT="[Texto]"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Equipo de Marketing y Ventas</a:t>
          </a:r>
          <a:endParaRPr lang="es-419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EE8EADB-E795-4DFC-8A7C-CEE8461CC0C1}" type="parTrans" cxnId="{B648D1F1-3E0B-4101-92BE-83B6D6F177B5}">
      <dgm:prSet/>
      <dgm:spPr/>
      <dgm:t>
        <a:bodyPr/>
        <a:lstStyle/>
        <a:p>
          <a:endParaRPr lang="es-419" sz="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BC2163-CF74-4F3E-BEAC-90ECEB96950A}" type="sibTrans" cxnId="{B648D1F1-3E0B-4101-92BE-83B6D6F177B5}">
      <dgm:prSet/>
      <dgm:spPr/>
      <dgm:t>
        <a:bodyPr/>
        <a:lstStyle/>
        <a:p>
          <a:endParaRPr lang="es-419" sz="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A3B4470-6347-4EA0-9E0D-E8FFD38E460F}">
      <dgm:prSet phldrT="[Texto]"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Arquitecto</a:t>
          </a:r>
          <a:endParaRPr lang="es-419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165F1CD-1BD8-4052-BF34-628BE1070AE4}" type="parTrans" cxnId="{B22346C4-6259-48F4-A370-832FB7B16FCB}">
      <dgm:prSet/>
      <dgm:spPr/>
      <dgm:t>
        <a:bodyPr/>
        <a:lstStyle/>
        <a:p>
          <a:endParaRPr lang="es-419" sz="700"/>
        </a:p>
      </dgm:t>
    </dgm:pt>
    <dgm:pt modelId="{27C9B4AD-9A9C-4EC2-9525-2684CE0AAE89}" type="sibTrans" cxnId="{B22346C4-6259-48F4-A370-832FB7B16FCB}">
      <dgm:prSet/>
      <dgm:spPr/>
      <dgm:t>
        <a:bodyPr/>
        <a:lstStyle/>
        <a:p>
          <a:endParaRPr lang="es-419" sz="700"/>
        </a:p>
      </dgm:t>
    </dgm:pt>
    <dgm:pt modelId="{F234E6BD-C1C9-4723-9FE4-E5D7E8CFE4FE}">
      <dgm:prSet phldrT="[Texto]"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Gerente de Marketing y Ventas</a:t>
          </a:r>
          <a:endParaRPr lang="es-419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A64B2F-8FC8-4A4E-BEE5-58DB917293CD}" type="sibTrans" cxnId="{D2D7FFA2-D541-497F-8322-EB15DF0DEA98}">
      <dgm:prSet/>
      <dgm:spPr/>
      <dgm:t>
        <a:bodyPr/>
        <a:lstStyle/>
        <a:p>
          <a:endParaRPr lang="es-419" sz="700"/>
        </a:p>
      </dgm:t>
    </dgm:pt>
    <dgm:pt modelId="{EF855900-EEF0-48F7-A546-69CB28B0770C}" type="parTrans" cxnId="{D2D7FFA2-D541-497F-8322-EB15DF0DEA98}">
      <dgm:prSet/>
      <dgm:spPr/>
      <dgm:t>
        <a:bodyPr/>
        <a:lstStyle/>
        <a:p>
          <a:endParaRPr lang="es-419" sz="700"/>
        </a:p>
      </dgm:t>
    </dgm:pt>
    <dgm:pt modelId="{6E028029-BCD8-43D3-9ED9-C01539EA6A19}">
      <dgm:prSet phldrT="[Texto]"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Gerente de Tecnología</a:t>
          </a:r>
          <a:endParaRPr lang="es-419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E76609-8784-49DF-AA40-77D779A0F507}" type="sibTrans" cxnId="{ADDCA108-99BC-4EE1-8AFC-B9521066721A}">
      <dgm:prSet/>
      <dgm:spPr/>
      <dgm:t>
        <a:bodyPr/>
        <a:lstStyle/>
        <a:p>
          <a:endParaRPr lang="es-419" sz="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2876B4-2993-40DC-B5B9-90B783359CCC}" type="parTrans" cxnId="{ADDCA108-99BC-4EE1-8AFC-B9521066721A}">
      <dgm:prSet/>
      <dgm:spPr/>
      <dgm:t>
        <a:bodyPr/>
        <a:lstStyle/>
        <a:p>
          <a:endParaRPr lang="es-419" sz="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267C08C-E75F-493F-9A90-54F2A9CCC9E4}">
      <dgm:prSet phldrT="[Texto]" custT="1"/>
      <dgm:spPr/>
      <dgm:t>
        <a:bodyPr/>
        <a:lstStyle/>
        <a:p>
          <a:r>
            <a:rPr lang="es-AR" sz="1200" dirty="0"/>
            <a:t>Administrador de RRHH</a:t>
          </a:r>
          <a:endParaRPr lang="es-419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7252D88-345B-4904-830E-0DCE8CA089A0}" type="parTrans" cxnId="{6B4C221E-BCBE-4272-A4DC-D34FA65E6E8F}">
      <dgm:prSet/>
      <dgm:spPr/>
      <dgm:t>
        <a:bodyPr/>
        <a:lstStyle/>
        <a:p>
          <a:endParaRPr lang="es-419" sz="900"/>
        </a:p>
      </dgm:t>
    </dgm:pt>
    <dgm:pt modelId="{09B71374-49CC-4B25-8DC7-A0671C249078}" type="sibTrans" cxnId="{6B4C221E-BCBE-4272-A4DC-D34FA65E6E8F}">
      <dgm:prSet/>
      <dgm:spPr/>
      <dgm:t>
        <a:bodyPr/>
        <a:lstStyle/>
        <a:p>
          <a:endParaRPr lang="es-419" sz="900"/>
        </a:p>
      </dgm:t>
    </dgm:pt>
    <dgm:pt modelId="{05F96371-88AD-433C-BE4A-F10A35B74D07}">
      <dgm:prSet phldrT="[Texto]"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Analistas Funcionales</a:t>
          </a:r>
          <a:endParaRPr lang="es-419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0D7001C-0C13-4EBE-AFB7-2910D82B1007}" type="parTrans" cxnId="{71C42F0A-88AC-4AB0-88E5-57097AE7CB4B}">
      <dgm:prSet/>
      <dgm:spPr/>
      <dgm:t>
        <a:bodyPr/>
        <a:lstStyle/>
        <a:p>
          <a:endParaRPr lang="es-419" sz="1100"/>
        </a:p>
      </dgm:t>
    </dgm:pt>
    <dgm:pt modelId="{0345DA59-9163-4861-852C-0FC0C236D6F7}" type="sibTrans" cxnId="{71C42F0A-88AC-4AB0-88E5-57097AE7CB4B}">
      <dgm:prSet/>
      <dgm:spPr/>
      <dgm:t>
        <a:bodyPr/>
        <a:lstStyle/>
        <a:p>
          <a:endParaRPr lang="es-419" sz="1100"/>
        </a:p>
      </dgm:t>
    </dgm:pt>
    <dgm:pt modelId="{A31A9B95-61EE-478D-9A9C-9E37854F3A31}">
      <dgm:prSet phldrT="[Texto]"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Desarrolladores Front-End</a:t>
          </a:r>
          <a:endParaRPr lang="es-419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65E039-7196-41C8-BB73-B18D535320C3}" type="parTrans" cxnId="{E4724387-D6A2-43AE-BDD3-3BFEB04355DA}">
      <dgm:prSet/>
      <dgm:spPr/>
      <dgm:t>
        <a:bodyPr/>
        <a:lstStyle/>
        <a:p>
          <a:endParaRPr lang="es-419" sz="1100"/>
        </a:p>
      </dgm:t>
    </dgm:pt>
    <dgm:pt modelId="{521DB041-B7BF-477A-965B-292B66DFA648}" type="sibTrans" cxnId="{E4724387-D6A2-43AE-BDD3-3BFEB04355DA}">
      <dgm:prSet/>
      <dgm:spPr/>
      <dgm:t>
        <a:bodyPr/>
        <a:lstStyle/>
        <a:p>
          <a:endParaRPr lang="es-419" sz="1100"/>
        </a:p>
      </dgm:t>
    </dgm:pt>
    <dgm:pt modelId="{DC385AC3-5A1C-40BC-A03B-7BC3F248B210}">
      <dgm:prSet phldrT="[Texto]"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Desarrolladores Back-End</a:t>
          </a:r>
          <a:endParaRPr lang="es-419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A0348F-76DE-4F43-BB98-95F121CB75AA}" type="parTrans" cxnId="{44B701AC-32BA-49E6-A954-B72119C012CC}">
      <dgm:prSet/>
      <dgm:spPr/>
      <dgm:t>
        <a:bodyPr/>
        <a:lstStyle/>
        <a:p>
          <a:endParaRPr lang="es-419" sz="1100"/>
        </a:p>
      </dgm:t>
    </dgm:pt>
    <dgm:pt modelId="{EF4294F5-C3B1-498C-841B-9F6800ECB356}" type="sibTrans" cxnId="{44B701AC-32BA-49E6-A954-B72119C012CC}">
      <dgm:prSet/>
      <dgm:spPr/>
      <dgm:t>
        <a:bodyPr/>
        <a:lstStyle/>
        <a:p>
          <a:endParaRPr lang="es-419" sz="1100"/>
        </a:p>
      </dgm:t>
    </dgm:pt>
    <dgm:pt modelId="{B1ED1A57-B0CA-4049-AECA-34EA95BCF858}">
      <dgm:prSet phldrT="[Texto]" custT="1"/>
      <dgm:spPr/>
      <dgm:t>
        <a:bodyPr/>
        <a:lstStyle/>
        <a:p>
          <a:r>
            <a:rPr lang="es-AR" sz="1200" dirty="0" err="1">
              <a:latin typeface="Arial" panose="020B0604020202020204" pitchFamily="34" charset="0"/>
              <a:cs typeface="Arial" panose="020B0604020202020204" pitchFamily="34" charset="0"/>
            </a:rPr>
            <a:t>DBA</a:t>
          </a:r>
          <a:endParaRPr lang="es-419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DAF90E-AF8F-4290-9FF4-FE79F7D25F01}" type="parTrans" cxnId="{7FEFAE03-209F-4ED3-86E4-C3CA0A04B67E}">
      <dgm:prSet/>
      <dgm:spPr/>
      <dgm:t>
        <a:bodyPr/>
        <a:lstStyle/>
        <a:p>
          <a:endParaRPr lang="es-419" sz="1600"/>
        </a:p>
      </dgm:t>
    </dgm:pt>
    <dgm:pt modelId="{09557A0A-DDBA-4F26-B72B-2773941C56E6}" type="sibTrans" cxnId="{7FEFAE03-209F-4ED3-86E4-C3CA0A04B67E}">
      <dgm:prSet/>
      <dgm:spPr/>
      <dgm:t>
        <a:bodyPr/>
        <a:lstStyle/>
        <a:p>
          <a:endParaRPr lang="es-419" sz="1600"/>
        </a:p>
      </dgm:t>
    </dgm:pt>
    <dgm:pt modelId="{03E78E87-154E-4817-90B9-6553EFB3610F}">
      <dgm:prSet phldrT="[Texto]"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Infraestructura</a:t>
          </a:r>
          <a:endParaRPr lang="es-419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1C5820C-3894-450A-A100-3DA2F652B09A}" type="parTrans" cxnId="{7CB25241-C97D-4924-A8DA-A517170407F7}">
      <dgm:prSet/>
      <dgm:spPr/>
      <dgm:t>
        <a:bodyPr/>
        <a:lstStyle/>
        <a:p>
          <a:endParaRPr lang="es-419" sz="1600"/>
        </a:p>
      </dgm:t>
    </dgm:pt>
    <dgm:pt modelId="{EA09F389-0A20-4359-B320-5AFA1DDB57DF}" type="sibTrans" cxnId="{7CB25241-C97D-4924-A8DA-A517170407F7}">
      <dgm:prSet/>
      <dgm:spPr/>
      <dgm:t>
        <a:bodyPr/>
        <a:lstStyle/>
        <a:p>
          <a:endParaRPr lang="es-419" sz="1600"/>
        </a:p>
      </dgm:t>
    </dgm:pt>
    <dgm:pt modelId="{070FE8C7-3E08-4793-95FE-E0575C4AA0D1}" type="pres">
      <dgm:prSet presAssocID="{C132D587-DCB8-419E-95AE-DD1E235AF51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882F79D-5648-4C20-BC49-20D14ABECC82}" type="pres">
      <dgm:prSet presAssocID="{5324D1A0-FECA-4318-9664-8C0E2328F09F}" presName="hierRoot1" presStyleCnt="0">
        <dgm:presLayoutVars>
          <dgm:hierBranch val="init"/>
        </dgm:presLayoutVars>
      </dgm:prSet>
      <dgm:spPr/>
    </dgm:pt>
    <dgm:pt modelId="{42351339-032E-4441-AD31-CDBD3977214D}" type="pres">
      <dgm:prSet presAssocID="{5324D1A0-FECA-4318-9664-8C0E2328F09F}" presName="rootComposite1" presStyleCnt="0"/>
      <dgm:spPr/>
    </dgm:pt>
    <dgm:pt modelId="{5441CDE9-50E3-4D26-A90F-9B0F96A57735}" type="pres">
      <dgm:prSet presAssocID="{5324D1A0-FECA-4318-9664-8C0E2328F09F}" presName="rootText1" presStyleLbl="node0" presStyleIdx="0" presStyleCnt="1">
        <dgm:presLayoutVars>
          <dgm:chPref val="3"/>
        </dgm:presLayoutVars>
      </dgm:prSet>
      <dgm:spPr/>
    </dgm:pt>
    <dgm:pt modelId="{AE602977-C258-4559-8483-FBB8AF83EF25}" type="pres">
      <dgm:prSet presAssocID="{5324D1A0-FECA-4318-9664-8C0E2328F09F}" presName="rootConnector1" presStyleLbl="node1" presStyleIdx="0" presStyleCnt="0"/>
      <dgm:spPr/>
    </dgm:pt>
    <dgm:pt modelId="{1DDF3778-5EE7-4CD4-B7FA-85B3C8352AB1}" type="pres">
      <dgm:prSet presAssocID="{5324D1A0-FECA-4318-9664-8C0E2328F09F}" presName="hierChild2" presStyleCnt="0"/>
      <dgm:spPr/>
    </dgm:pt>
    <dgm:pt modelId="{2C42098F-A0FC-47BA-819F-02833E12DDD9}" type="pres">
      <dgm:prSet presAssocID="{D62876B4-2993-40DC-B5B9-90B783359CCC}" presName="Name37" presStyleLbl="parChTrans1D2" presStyleIdx="0" presStyleCnt="3"/>
      <dgm:spPr/>
    </dgm:pt>
    <dgm:pt modelId="{56FD15DB-DEEA-4073-8646-153C3ABE9FD1}" type="pres">
      <dgm:prSet presAssocID="{6E028029-BCD8-43D3-9ED9-C01539EA6A19}" presName="hierRoot2" presStyleCnt="0">
        <dgm:presLayoutVars>
          <dgm:hierBranch val="init"/>
        </dgm:presLayoutVars>
      </dgm:prSet>
      <dgm:spPr/>
    </dgm:pt>
    <dgm:pt modelId="{8D9E733D-FEFC-48C1-B7E9-09CAA5ED1DF8}" type="pres">
      <dgm:prSet presAssocID="{6E028029-BCD8-43D3-9ED9-C01539EA6A19}" presName="rootComposite" presStyleCnt="0"/>
      <dgm:spPr/>
    </dgm:pt>
    <dgm:pt modelId="{FFE12068-816F-4CAF-9D9A-20148C5C9E99}" type="pres">
      <dgm:prSet presAssocID="{6E028029-BCD8-43D3-9ED9-C01539EA6A19}" presName="rootText" presStyleLbl="node2" presStyleIdx="0" presStyleCnt="3">
        <dgm:presLayoutVars>
          <dgm:chPref val="3"/>
        </dgm:presLayoutVars>
      </dgm:prSet>
      <dgm:spPr/>
    </dgm:pt>
    <dgm:pt modelId="{80561ED4-AAAB-46D8-952C-4B9F7DB06CCA}" type="pres">
      <dgm:prSet presAssocID="{6E028029-BCD8-43D3-9ED9-C01539EA6A19}" presName="rootConnector" presStyleLbl="node2" presStyleIdx="0" presStyleCnt="3"/>
      <dgm:spPr/>
    </dgm:pt>
    <dgm:pt modelId="{3404CEA3-F312-4F3C-88D4-55D2379F86BF}" type="pres">
      <dgm:prSet presAssocID="{6E028029-BCD8-43D3-9ED9-C01539EA6A19}" presName="hierChild4" presStyleCnt="0"/>
      <dgm:spPr/>
    </dgm:pt>
    <dgm:pt modelId="{C5BE6BF1-C61F-4519-BC7D-2E12B2C7EC6E}" type="pres">
      <dgm:prSet presAssocID="{7165F1CD-1BD8-4052-BF34-628BE1070AE4}" presName="Name37" presStyleLbl="parChTrans1D3" presStyleIdx="0" presStyleCnt="7"/>
      <dgm:spPr/>
    </dgm:pt>
    <dgm:pt modelId="{58BC081A-7365-46EE-A636-59A9AD08D5FE}" type="pres">
      <dgm:prSet presAssocID="{9A3B4470-6347-4EA0-9E0D-E8FFD38E460F}" presName="hierRoot2" presStyleCnt="0">
        <dgm:presLayoutVars>
          <dgm:hierBranch val="init"/>
        </dgm:presLayoutVars>
      </dgm:prSet>
      <dgm:spPr/>
    </dgm:pt>
    <dgm:pt modelId="{783842BB-5DD4-44FB-83C3-275BC4DCB3E3}" type="pres">
      <dgm:prSet presAssocID="{9A3B4470-6347-4EA0-9E0D-E8FFD38E460F}" presName="rootComposite" presStyleCnt="0"/>
      <dgm:spPr/>
    </dgm:pt>
    <dgm:pt modelId="{387DD08F-8441-4B9A-A3F8-D55D5E962C2F}" type="pres">
      <dgm:prSet presAssocID="{9A3B4470-6347-4EA0-9E0D-E8FFD38E460F}" presName="rootText" presStyleLbl="node3" presStyleIdx="0" presStyleCnt="7">
        <dgm:presLayoutVars>
          <dgm:chPref val="3"/>
        </dgm:presLayoutVars>
      </dgm:prSet>
      <dgm:spPr/>
    </dgm:pt>
    <dgm:pt modelId="{AC71E5A3-6E92-428D-8121-31920999F31A}" type="pres">
      <dgm:prSet presAssocID="{9A3B4470-6347-4EA0-9E0D-E8FFD38E460F}" presName="rootConnector" presStyleLbl="node3" presStyleIdx="0" presStyleCnt="7"/>
      <dgm:spPr/>
    </dgm:pt>
    <dgm:pt modelId="{F3976CD4-FA0A-447F-86A5-9D57329E9B2C}" type="pres">
      <dgm:prSet presAssocID="{9A3B4470-6347-4EA0-9E0D-E8FFD38E460F}" presName="hierChild4" presStyleCnt="0"/>
      <dgm:spPr/>
    </dgm:pt>
    <dgm:pt modelId="{89C21617-CF84-440A-AA86-AEF4FC5D5CF6}" type="pres">
      <dgm:prSet presAssocID="{9A3B4470-6347-4EA0-9E0D-E8FFD38E460F}" presName="hierChild5" presStyleCnt="0"/>
      <dgm:spPr/>
    </dgm:pt>
    <dgm:pt modelId="{3ACB4381-2189-4348-8394-9C70C19A934D}" type="pres">
      <dgm:prSet presAssocID="{B2DAF90E-AF8F-4290-9FF4-FE79F7D25F01}" presName="Name37" presStyleLbl="parChTrans1D3" presStyleIdx="1" presStyleCnt="7"/>
      <dgm:spPr/>
    </dgm:pt>
    <dgm:pt modelId="{3E06FA23-E798-4FBC-8FBE-3E169355101F}" type="pres">
      <dgm:prSet presAssocID="{B1ED1A57-B0CA-4049-AECA-34EA95BCF858}" presName="hierRoot2" presStyleCnt="0">
        <dgm:presLayoutVars>
          <dgm:hierBranch val="init"/>
        </dgm:presLayoutVars>
      </dgm:prSet>
      <dgm:spPr/>
    </dgm:pt>
    <dgm:pt modelId="{9A9201CD-EAA2-4F64-A50C-AE3A29235B60}" type="pres">
      <dgm:prSet presAssocID="{B1ED1A57-B0CA-4049-AECA-34EA95BCF858}" presName="rootComposite" presStyleCnt="0"/>
      <dgm:spPr/>
    </dgm:pt>
    <dgm:pt modelId="{8FCB4FA1-89B4-47BD-A826-1074D8966425}" type="pres">
      <dgm:prSet presAssocID="{B1ED1A57-B0CA-4049-AECA-34EA95BCF858}" presName="rootText" presStyleLbl="node3" presStyleIdx="1" presStyleCnt="7">
        <dgm:presLayoutVars>
          <dgm:chPref val="3"/>
        </dgm:presLayoutVars>
      </dgm:prSet>
      <dgm:spPr/>
    </dgm:pt>
    <dgm:pt modelId="{194FA506-5B41-47B4-AE3C-23922940752F}" type="pres">
      <dgm:prSet presAssocID="{B1ED1A57-B0CA-4049-AECA-34EA95BCF858}" presName="rootConnector" presStyleLbl="node3" presStyleIdx="1" presStyleCnt="7"/>
      <dgm:spPr/>
    </dgm:pt>
    <dgm:pt modelId="{2B05FA69-C97F-45F6-9356-9AF3FF87D36E}" type="pres">
      <dgm:prSet presAssocID="{B1ED1A57-B0CA-4049-AECA-34EA95BCF858}" presName="hierChild4" presStyleCnt="0"/>
      <dgm:spPr/>
    </dgm:pt>
    <dgm:pt modelId="{58C69228-6A9B-4502-A8A7-5B11009CE4A9}" type="pres">
      <dgm:prSet presAssocID="{B1ED1A57-B0CA-4049-AECA-34EA95BCF858}" presName="hierChild5" presStyleCnt="0"/>
      <dgm:spPr/>
    </dgm:pt>
    <dgm:pt modelId="{B1D7ABA3-298E-495A-B869-DD4D7802B089}" type="pres">
      <dgm:prSet presAssocID="{E1C5820C-3894-450A-A100-3DA2F652B09A}" presName="Name37" presStyleLbl="parChTrans1D3" presStyleIdx="2" presStyleCnt="7"/>
      <dgm:spPr/>
    </dgm:pt>
    <dgm:pt modelId="{9CD18A83-9DE4-4DDC-A9C0-DF078F8FB763}" type="pres">
      <dgm:prSet presAssocID="{03E78E87-154E-4817-90B9-6553EFB3610F}" presName="hierRoot2" presStyleCnt="0">
        <dgm:presLayoutVars>
          <dgm:hierBranch val="init"/>
        </dgm:presLayoutVars>
      </dgm:prSet>
      <dgm:spPr/>
    </dgm:pt>
    <dgm:pt modelId="{8E230297-39DC-4462-9DB5-46DD11304786}" type="pres">
      <dgm:prSet presAssocID="{03E78E87-154E-4817-90B9-6553EFB3610F}" presName="rootComposite" presStyleCnt="0"/>
      <dgm:spPr/>
    </dgm:pt>
    <dgm:pt modelId="{35A9FF5E-5416-4BCA-AB7D-44C1EC9C6292}" type="pres">
      <dgm:prSet presAssocID="{03E78E87-154E-4817-90B9-6553EFB3610F}" presName="rootText" presStyleLbl="node3" presStyleIdx="2" presStyleCnt="7">
        <dgm:presLayoutVars>
          <dgm:chPref val="3"/>
        </dgm:presLayoutVars>
      </dgm:prSet>
      <dgm:spPr/>
    </dgm:pt>
    <dgm:pt modelId="{EF4436CA-D072-4229-B003-BB9BC75CFEEC}" type="pres">
      <dgm:prSet presAssocID="{03E78E87-154E-4817-90B9-6553EFB3610F}" presName="rootConnector" presStyleLbl="node3" presStyleIdx="2" presStyleCnt="7"/>
      <dgm:spPr/>
    </dgm:pt>
    <dgm:pt modelId="{13849A59-0EFB-4B0E-A859-17E4106F3B4D}" type="pres">
      <dgm:prSet presAssocID="{03E78E87-154E-4817-90B9-6553EFB3610F}" presName="hierChild4" presStyleCnt="0"/>
      <dgm:spPr/>
    </dgm:pt>
    <dgm:pt modelId="{6101CD73-845A-49D7-8E44-A450CE5DD8BF}" type="pres">
      <dgm:prSet presAssocID="{03E78E87-154E-4817-90B9-6553EFB3610F}" presName="hierChild5" presStyleCnt="0"/>
      <dgm:spPr/>
    </dgm:pt>
    <dgm:pt modelId="{62A21330-B950-4C80-A173-5FE993723EEB}" type="pres">
      <dgm:prSet presAssocID="{C0D7001C-0C13-4EBE-AFB7-2910D82B1007}" presName="Name37" presStyleLbl="parChTrans1D3" presStyleIdx="3" presStyleCnt="7"/>
      <dgm:spPr/>
    </dgm:pt>
    <dgm:pt modelId="{FB60995D-307B-43B1-9357-DA176D547E88}" type="pres">
      <dgm:prSet presAssocID="{05F96371-88AD-433C-BE4A-F10A35B74D07}" presName="hierRoot2" presStyleCnt="0">
        <dgm:presLayoutVars>
          <dgm:hierBranch val="init"/>
        </dgm:presLayoutVars>
      </dgm:prSet>
      <dgm:spPr/>
    </dgm:pt>
    <dgm:pt modelId="{B1956355-84BC-4755-BAAA-8EBBE7AEBA87}" type="pres">
      <dgm:prSet presAssocID="{05F96371-88AD-433C-BE4A-F10A35B74D07}" presName="rootComposite" presStyleCnt="0"/>
      <dgm:spPr/>
    </dgm:pt>
    <dgm:pt modelId="{C53A0F47-2607-4C52-AD84-04DD5AA23919}" type="pres">
      <dgm:prSet presAssocID="{05F96371-88AD-433C-BE4A-F10A35B74D07}" presName="rootText" presStyleLbl="node3" presStyleIdx="3" presStyleCnt="7">
        <dgm:presLayoutVars>
          <dgm:chPref val="3"/>
        </dgm:presLayoutVars>
      </dgm:prSet>
      <dgm:spPr/>
    </dgm:pt>
    <dgm:pt modelId="{1C55D125-1172-4387-9CB5-09C79CD90CFB}" type="pres">
      <dgm:prSet presAssocID="{05F96371-88AD-433C-BE4A-F10A35B74D07}" presName="rootConnector" presStyleLbl="node3" presStyleIdx="3" presStyleCnt="7"/>
      <dgm:spPr/>
    </dgm:pt>
    <dgm:pt modelId="{85CC6A07-76BE-43F2-A4F5-01CFD2A5B56A}" type="pres">
      <dgm:prSet presAssocID="{05F96371-88AD-433C-BE4A-F10A35B74D07}" presName="hierChild4" presStyleCnt="0"/>
      <dgm:spPr/>
    </dgm:pt>
    <dgm:pt modelId="{0EA3B7AF-BCC2-4756-B64F-0AD57EFD1407}" type="pres">
      <dgm:prSet presAssocID="{05F96371-88AD-433C-BE4A-F10A35B74D07}" presName="hierChild5" presStyleCnt="0"/>
      <dgm:spPr/>
    </dgm:pt>
    <dgm:pt modelId="{3AA60B41-3830-4B61-9534-B6C6DC0244D7}" type="pres">
      <dgm:prSet presAssocID="{7965E039-7196-41C8-BB73-B18D535320C3}" presName="Name37" presStyleLbl="parChTrans1D3" presStyleIdx="4" presStyleCnt="7"/>
      <dgm:spPr/>
    </dgm:pt>
    <dgm:pt modelId="{85C78158-283E-453F-960C-DEDDF0F127C9}" type="pres">
      <dgm:prSet presAssocID="{A31A9B95-61EE-478D-9A9C-9E37854F3A31}" presName="hierRoot2" presStyleCnt="0">
        <dgm:presLayoutVars>
          <dgm:hierBranch val="init"/>
        </dgm:presLayoutVars>
      </dgm:prSet>
      <dgm:spPr/>
    </dgm:pt>
    <dgm:pt modelId="{74BC4653-D353-43EE-B93F-E666EE7DFFEA}" type="pres">
      <dgm:prSet presAssocID="{A31A9B95-61EE-478D-9A9C-9E37854F3A31}" presName="rootComposite" presStyleCnt="0"/>
      <dgm:spPr/>
    </dgm:pt>
    <dgm:pt modelId="{33B3521B-18EB-47A9-998E-589E747FC34C}" type="pres">
      <dgm:prSet presAssocID="{A31A9B95-61EE-478D-9A9C-9E37854F3A31}" presName="rootText" presStyleLbl="node3" presStyleIdx="4" presStyleCnt="7">
        <dgm:presLayoutVars>
          <dgm:chPref val="3"/>
        </dgm:presLayoutVars>
      </dgm:prSet>
      <dgm:spPr/>
    </dgm:pt>
    <dgm:pt modelId="{94909DAA-4542-4235-A15F-DEF39E65062F}" type="pres">
      <dgm:prSet presAssocID="{A31A9B95-61EE-478D-9A9C-9E37854F3A31}" presName="rootConnector" presStyleLbl="node3" presStyleIdx="4" presStyleCnt="7"/>
      <dgm:spPr/>
    </dgm:pt>
    <dgm:pt modelId="{5E47B328-3B2F-456F-9B18-4DE70FA3216B}" type="pres">
      <dgm:prSet presAssocID="{A31A9B95-61EE-478D-9A9C-9E37854F3A31}" presName="hierChild4" presStyleCnt="0"/>
      <dgm:spPr/>
    </dgm:pt>
    <dgm:pt modelId="{A3C3A25A-B198-4A7D-98F6-D98AF95063B3}" type="pres">
      <dgm:prSet presAssocID="{A31A9B95-61EE-478D-9A9C-9E37854F3A31}" presName="hierChild5" presStyleCnt="0"/>
      <dgm:spPr/>
    </dgm:pt>
    <dgm:pt modelId="{81500763-99DA-416E-9A1B-E17950BA9EF5}" type="pres">
      <dgm:prSet presAssocID="{8DA0348F-76DE-4F43-BB98-95F121CB75AA}" presName="Name37" presStyleLbl="parChTrans1D3" presStyleIdx="5" presStyleCnt="7"/>
      <dgm:spPr/>
    </dgm:pt>
    <dgm:pt modelId="{E1070F01-B18A-42A7-828B-58B1C28EA27A}" type="pres">
      <dgm:prSet presAssocID="{DC385AC3-5A1C-40BC-A03B-7BC3F248B210}" presName="hierRoot2" presStyleCnt="0">
        <dgm:presLayoutVars>
          <dgm:hierBranch val="init"/>
        </dgm:presLayoutVars>
      </dgm:prSet>
      <dgm:spPr/>
    </dgm:pt>
    <dgm:pt modelId="{BA65B734-48C1-4524-813A-84F15F80AE58}" type="pres">
      <dgm:prSet presAssocID="{DC385AC3-5A1C-40BC-A03B-7BC3F248B210}" presName="rootComposite" presStyleCnt="0"/>
      <dgm:spPr/>
    </dgm:pt>
    <dgm:pt modelId="{032126B9-4FB2-4DE6-8B0B-1D564F285325}" type="pres">
      <dgm:prSet presAssocID="{DC385AC3-5A1C-40BC-A03B-7BC3F248B210}" presName="rootText" presStyleLbl="node3" presStyleIdx="5" presStyleCnt="7">
        <dgm:presLayoutVars>
          <dgm:chPref val="3"/>
        </dgm:presLayoutVars>
      </dgm:prSet>
      <dgm:spPr/>
    </dgm:pt>
    <dgm:pt modelId="{836B0A01-1859-4D4F-8AAE-C861E67F4219}" type="pres">
      <dgm:prSet presAssocID="{DC385AC3-5A1C-40BC-A03B-7BC3F248B210}" presName="rootConnector" presStyleLbl="node3" presStyleIdx="5" presStyleCnt="7"/>
      <dgm:spPr/>
    </dgm:pt>
    <dgm:pt modelId="{8CC75169-7DD9-47DC-8A2A-4A44ABF28EB9}" type="pres">
      <dgm:prSet presAssocID="{DC385AC3-5A1C-40BC-A03B-7BC3F248B210}" presName="hierChild4" presStyleCnt="0"/>
      <dgm:spPr/>
    </dgm:pt>
    <dgm:pt modelId="{4FFCA1DA-2406-4538-A7F8-1CC4D66499D4}" type="pres">
      <dgm:prSet presAssocID="{DC385AC3-5A1C-40BC-A03B-7BC3F248B210}" presName="hierChild5" presStyleCnt="0"/>
      <dgm:spPr/>
    </dgm:pt>
    <dgm:pt modelId="{A3B2B24D-5C8B-4A44-9D84-DDAC67E50B3A}" type="pres">
      <dgm:prSet presAssocID="{6E028029-BCD8-43D3-9ED9-C01539EA6A19}" presName="hierChild5" presStyleCnt="0"/>
      <dgm:spPr/>
    </dgm:pt>
    <dgm:pt modelId="{81F1AD56-C2A5-46FE-8561-FA6386B7BF20}" type="pres">
      <dgm:prSet presAssocID="{EF855900-EEF0-48F7-A546-69CB28B0770C}" presName="Name37" presStyleLbl="parChTrans1D2" presStyleIdx="1" presStyleCnt="3"/>
      <dgm:spPr/>
    </dgm:pt>
    <dgm:pt modelId="{726D4C07-9806-403D-B3F2-BA0143EDA64E}" type="pres">
      <dgm:prSet presAssocID="{F234E6BD-C1C9-4723-9FE4-E5D7E8CFE4FE}" presName="hierRoot2" presStyleCnt="0">
        <dgm:presLayoutVars>
          <dgm:hierBranch val="init"/>
        </dgm:presLayoutVars>
      </dgm:prSet>
      <dgm:spPr/>
    </dgm:pt>
    <dgm:pt modelId="{02F46C84-7736-45F0-B349-D50FC2BEFD64}" type="pres">
      <dgm:prSet presAssocID="{F234E6BD-C1C9-4723-9FE4-E5D7E8CFE4FE}" presName="rootComposite" presStyleCnt="0"/>
      <dgm:spPr/>
    </dgm:pt>
    <dgm:pt modelId="{2D28DE86-9712-4D69-B957-064311BB00FD}" type="pres">
      <dgm:prSet presAssocID="{F234E6BD-C1C9-4723-9FE4-E5D7E8CFE4FE}" presName="rootText" presStyleLbl="node2" presStyleIdx="1" presStyleCnt="3">
        <dgm:presLayoutVars>
          <dgm:chPref val="3"/>
        </dgm:presLayoutVars>
      </dgm:prSet>
      <dgm:spPr/>
    </dgm:pt>
    <dgm:pt modelId="{2CA62C2E-B02C-4F33-ACFB-9FBF9D649C15}" type="pres">
      <dgm:prSet presAssocID="{F234E6BD-C1C9-4723-9FE4-E5D7E8CFE4FE}" presName="rootConnector" presStyleLbl="node2" presStyleIdx="1" presStyleCnt="3"/>
      <dgm:spPr/>
    </dgm:pt>
    <dgm:pt modelId="{36CDE14F-650D-48D6-B7A5-F9EC6E7E6FBC}" type="pres">
      <dgm:prSet presAssocID="{F234E6BD-C1C9-4723-9FE4-E5D7E8CFE4FE}" presName="hierChild4" presStyleCnt="0"/>
      <dgm:spPr/>
    </dgm:pt>
    <dgm:pt modelId="{CA2FBC06-4A18-4341-96F2-B857ECFEFB8D}" type="pres">
      <dgm:prSet presAssocID="{0EE8EADB-E795-4DFC-8A7C-CEE8461CC0C1}" presName="Name37" presStyleLbl="parChTrans1D3" presStyleIdx="6" presStyleCnt="7"/>
      <dgm:spPr/>
    </dgm:pt>
    <dgm:pt modelId="{08E7431C-6B82-492B-AC07-E515EA9D209B}" type="pres">
      <dgm:prSet presAssocID="{422A72E3-753C-4AB5-968C-92EAB6CD99C1}" presName="hierRoot2" presStyleCnt="0">
        <dgm:presLayoutVars>
          <dgm:hierBranch val="init"/>
        </dgm:presLayoutVars>
      </dgm:prSet>
      <dgm:spPr/>
    </dgm:pt>
    <dgm:pt modelId="{546F169B-B809-4701-8365-68DA39FDA9E8}" type="pres">
      <dgm:prSet presAssocID="{422A72E3-753C-4AB5-968C-92EAB6CD99C1}" presName="rootComposite" presStyleCnt="0"/>
      <dgm:spPr/>
    </dgm:pt>
    <dgm:pt modelId="{DB6ACAF3-5CF7-47CB-A143-A216F1AF2F8D}" type="pres">
      <dgm:prSet presAssocID="{422A72E3-753C-4AB5-968C-92EAB6CD99C1}" presName="rootText" presStyleLbl="node3" presStyleIdx="6" presStyleCnt="7">
        <dgm:presLayoutVars>
          <dgm:chPref val="3"/>
        </dgm:presLayoutVars>
      </dgm:prSet>
      <dgm:spPr/>
    </dgm:pt>
    <dgm:pt modelId="{B5989536-7627-4357-8640-9384448B3AC0}" type="pres">
      <dgm:prSet presAssocID="{422A72E3-753C-4AB5-968C-92EAB6CD99C1}" presName="rootConnector" presStyleLbl="node3" presStyleIdx="6" presStyleCnt="7"/>
      <dgm:spPr/>
    </dgm:pt>
    <dgm:pt modelId="{2D5570A7-CC29-4206-96D5-D4DE0A89E95B}" type="pres">
      <dgm:prSet presAssocID="{422A72E3-753C-4AB5-968C-92EAB6CD99C1}" presName="hierChild4" presStyleCnt="0"/>
      <dgm:spPr/>
    </dgm:pt>
    <dgm:pt modelId="{BF7E4130-2185-401A-AC16-5ACF9E48FF2E}" type="pres">
      <dgm:prSet presAssocID="{422A72E3-753C-4AB5-968C-92EAB6CD99C1}" presName="hierChild5" presStyleCnt="0"/>
      <dgm:spPr/>
    </dgm:pt>
    <dgm:pt modelId="{6C6482C5-6AF9-4509-8025-C245738BB993}" type="pres">
      <dgm:prSet presAssocID="{F234E6BD-C1C9-4723-9FE4-E5D7E8CFE4FE}" presName="hierChild5" presStyleCnt="0"/>
      <dgm:spPr/>
    </dgm:pt>
    <dgm:pt modelId="{D9929CF6-78E2-40A8-BBE6-41D653590FFC}" type="pres">
      <dgm:prSet presAssocID="{F7252D88-345B-4904-830E-0DCE8CA089A0}" presName="Name37" presStyleLbl="parChTrans1D2" presStyleIdx="2" presStyleCnt="3"/>
      <dgm:spPr/>
    </dgm:pt>
    <dgm:pt modelId="{405C5114-909C-4330-A159-8FF683B8DF04}" type="pres">
      <dgm:prSet presAssocID="{3267C08C-E75F-493F-9A90-54F2A9CCC9E4}" presName="hierRoot2" presStyleCnt="0">
        <dgm:presLayoutVars>
          <dgm:hierBranch val="init"/>
        </dgm:presLayoutVars>
      </dgm:prSet>
      <dgm:spPr/>
    </dgm:pt>
    <dgm:pt modelId="{B42D4557-D37E-4135-8331-895B8CA9234E}" type="pres">
      <dgm:prSet presAssocID="{3267C08C-E75F-493F-9A90-54F2A9CCC9E4}" presName="rootComposite" presStyleCnt="0"/>
      <dgm:spPr/>
    </dgm:pt>
    <dgm:pt modelId="{AC043FC1-DB0A-4FD6-A916-EE4978A31978}" type="pres">
      <dgm:prSet presAssocID="{3267C08C-E75F-493F-9A90-54F2A9CCC9E4}" presName="rootText" presStyleLbl="node2" presStyleIdx="2" presStyleCnt="3">
        <dgm:presLayoutVars>
          <dgm:chPref val="3"/>
        </dgm:presLayoutVars>
      </dgm:prSet>
      <dgm:spPr/>
    </dgm:pt>
    <dgm:pt modelId="{DB6871EA-3664-42AD-975E-140C85E53CA9}" type="pres">
      <dgm:prSet presAssocID="{3267C08C-E75F-493F-9A90-54F2A9CCC9E4}" presName="rootConnector" presStyleLbl="node2" presStyleIdx="2" presStyleCnt="3"/>
      <dgm:spPr/>
    </dgm:pt>
    <dgm:pt modelId="{7C98714D-3795-4B0D-8C11-9F02F64696A7}" type="pres">
      <dgm:prSet presAssocID="{3267C08C-E75F-493F-9A90-54F2A9CCC9E4}" presName="hierChild4" presStyleCnt="0"/>
      <dgm:spPr/>
    </dgm:pt>
    <dgm:pt modelId="{89D1E959-0DCC-4678-8449-F71E21F56B2A}" type="pres">
      <dgm:prSet presAssocID="{3267C08C-E75F-493F-9A90-54F2A9CCC9E4}" presName="hierChild5" presStyleCnt="0"/>
      <dgm:spPr/>
    </dgm:pt>
    <dgm:pt modelId="{22079E61-E8B3-4A92-A868-EC3EF5D42AFA}" type="pres">
      <dgm:prSet presAssocID="{5324D1A0-FECA-4318-9664-8C0E2328F09F}" presName="hierChild3" presStyleCnt="0"/>
      <dgm:spPr/>
    </dgm:pt>
  </dgm:ptLst>
  <dgm:cxnLst>
    <dgm:cxn modelId="{7FEFAE03-209F-4ED3-86E4-C3CA0A04B67E}" srcId="{6E028029-BCD8-43D3-9ED9-C01539EA6A19}" destId="{B1ED1A57-B0CA-4049-AECA-34EA95BCF858}" srcOrd="1" destOrd="0" parTransId="{B2DAF90E-AF8F-4290-9FF4-FE79F7D25F01}" sibTransId="{09557A0A-DDBA-4F26-B72B-2773941C56E6}"/>
    <dgm:cxn modelId="{8F10A505-85D5-4003-9C4C-A16143A6034A}" srcId="{C132D587-DCB8-419E-95AE-DD1E235AF517}" destId="{5324D1A0-FECA-4318-9664-8C0E2328F09F}" srcOrd="0" destOrd="0" parTransId="{575C2697-CBAC-4606-A97B-23B375ECB3D0}" sibTransId="{84FB93D7-28DB-4C39-BD07-0E757963B6A9}"/>
    <dgm:cxn modelId="{5703B906-C424-4D00-B397-D333F7845B78}" type="presOf" srcId="{05F96371-88AD-433C-BE4A-F10A35B74D07}" destId="{1C55D125-1172-4387-9CB5-09C79CD90CFB}" srcOrd="1" destOrd="0" presId="urn:microsoft.com/office/officeart/2005/8/layout/orgChart1"/>
    <dgm:cxn modelId="{1E91AA07-9AAC-4DE6-AB9D-D6D3C7E065AE}" type="presOf" srcId="{B1ED1A57-B0CA-4049-AECA-34EA95BCF858}" destId="{194FA506-5B41-47B4-AE3C-23922940752F}" srcOrd="1" destOrd="0" presId="urn:microsoft.com/office/officeart/2005/8/layout/orgChart1"/>
    <dgm:cxn modelId="{ADDCA108-99BC-4EE1-8AFC-B9521066721A}" srcId="{5324D1A0-FECA-4318-9664-8C0E2328F09F}" destId="{6E028029-BCD8-43D3-9ED9-C01539EA6A19}" srcOrd="0" destOrd="0" parTransId="{D62876B4-2993-40DC-B5B9-90B783359CCC}" sibTransId="{22E76609-8784-49DF-AA40-77D779A0F507}"/>
    <dgm:cxn modelId="{71C42F0A-88AC-4AB0-88E5-57097AE7CB4B}" srcId="{6E028029-BCD8-43D3-9ED9-C01539EA6A19}" destId="{05F96371-88AD-433C-BE4A-F10A35B74D07}" srcOrd="3" destOrd="0" parTransId="{C0D7001C-0C13-4EBE-AFB7-2910D82B1007}" sibTransId="{0345DA59-9163-4861-852C-0FC0C236D6F7}"/>
    <dgm:cxn modelId="{C22DC518-A28A-4C43-8CAF-3D00F4161B4D}" type="presOf" srcId="{F7252D88-345B-4904-830E-0DCE8CA089A0}" destId="{D9929CF6-78E2-40A8-BBE6-41D653590FFC}" srcOrd="0" destOrd="0" presId="urn:microsoft.com/office/officeart/2005/8/layout/orgChart1"/>
    <dgm:cxn modelId="{9C143E1C-41AD-4823-8922-B5FA970F65BB}" type="presOf" srcId="{F234E6BD-C1C9-4723-9FE4-E5D7E8CFE4FE}" destId="{2CA62C2E-B02C-4F33-ACFB-9FBF9D649C15}" srcOrd="1" destOrd="0" presId="urn:microsoft.com/office/officeart/2005/8/layout/orgChart1"/>
    <dgm:cxn modelId="{7457561D-F7E0-4E06-ADA5-5FDF65A745D2}" type="presOf" srcId="{C132D587-DCB8-419E-95AE-DD1E235AF517}" destId="{070FE8C7-3E08-4793-95FE-E0575C4AA0D1}" srcOrd="0" destOrd="0" presId="urn:microsoft.com/office/officeart/2005/8/layout/orgChart1"/>
    <dgm:cxn modelId="{6B4C221E-BCBE-4272-A4DC-D34FA65E6E8F}" srcId="{5324D1A0-FECA-4318-9664-8C0E2328F09F}" destId="{3267C08C-E75F-493F-9A90-54F2A9CCC9E4}" srcOrd="2" destOrd="0" parTransId="{F7252D88-345B-4904-830E-0DCE8CA089A0}" sibTransId="{09B71374-49CC-4B25-8DC7-A0671C249078}"/>
    <dgm:cxn modelId="{B5B9BD26-8FFB-40FC-8F80-A42113B2DE1C}" type="presOf" srcId="{9A3B4470-6347-4EA0-9E0D-E8FFD38E460F}" destId="{AC71E5A3-6E92-428D-8121-31920999F31A}" srcOrd="1" destOrd="0" presId="urn:microsoft.com/office/officeart/2005/8/layout/orgChart1"/>
    <dgm:cxn modelId="{CA59FD2C-B4F8-48E2-BA0C-2CA2F8392FD8}" type="presOf" srcId="{DC385AC3-5A1C-40BC-A03B-7BC3F248B210}" destId="{836B0A01-1859-4D4F-8AAE-C861E67F4219}" srcOrd="1" destOrd="0" presId="urn:microsoft.com/office/officeart/2005/8/layout/orgChart1"/>
    <dgm:cxn modelId="{7CB25241-C97D-4924-A8DA-A517170407F7}" srcId="{6E028029-BCD8-43D3-9ED9-C01539EA6A19}" destId="{03E78E87-154E-4817-90B9-6553EFB3610F}" srcOrd="2" destOrd="0" parTransId="{E1C5820C-3894-450A-A100-3DA2F652B09A}" sibTransId="{EA09F389-0A20-4359-B320-5AFA1DDB57DF}"/>
    <dgm:cxn modelId="{29A25542-DF17-4E09-9BC5-2F304DD7C238}" type="presOf" srcId="{9A3B4470-6347-4EA0-9E0D-E8FFD38E460F}" destId="{387DD08F-8441-4B9A-A3F8-D55D5E962C2F}" srcOrd="0" destOrd="0" presId="urn:microsoft.com/office/officeart/2005/8/layout/orgChart1"/>
    <dgm:cxn modelId="{0C3DEB64-0F69-4084-91C2-54634C1EDFD9}" type="presOf" srcId="{7165F1CD-1BD8-4052-BF34-628BE1070AE4}" destId="{C5BE6BF1-C61F-4519-BC7D-2E12B2C7EC6E}" srcOrd="0" destOrd="0" presId="urn:microsoft.com/office/officeart/2005/8/layout/orgChart1"/>
    <dgm:cxn modelId="{BCCA8E6E-7A81-45A3-A465-9E4EDECDC3C6}" type="presOf" srcId="{D62876B4-2993-40DC-B5B9-90B783359CCC}" destId="{2C42098F-A0FC-47BA-819F-02833E12DDD9}" srcOrd="0" destOrd="0" presId="urn:microsoft.com/office/officeart/2005/8/layout/orgChart1"/>
    <dgm:cxn modelId="{CCBA1A4F-E3C6-4EE1-82D2-991CC9A6771E}" type="presOf" srcId="{5324D1A0-FECA-4318-9664-8C0E2328F09F}" destId="{5441CDE9-50E3-4D26-A90F-9B0F96A57735}" srcOrd="0" destOrd="0" presId="urn:microsoft.com/office/officeart/2005/8/layout/orgChart1"/>
    <dgm:cxn modelId="{A79B6251-1656-4397-A5E2-768CC72B1804}" type="presOf" srcId="{05F96371-88AD-433C-BE4A-F10A35B74D07}" destId="{C53A0F47-2607-4C52-AD84-04DD5AA23919}" srcOrd="0" destOrd="0" presId="urn:microsoft.com/office/officeart/2005/8/layout/orgChart1"/>
    <dgm:cxn modelId="{7E355354-675E-4C7D-B89A-4C43D4C1921F}" type="presOf" srcId="{EF855900-EEF0-48F7-A546-69CB28B0770C}" destId="{81F1AD56-C2A5-46FE-8561-FA6386B7BF20}" srcOrd="0" destOrd="0" presId="urn:microsoft.com/office/officeart/2005/8/layout/orgChart1"/>
    <dgm:cxn modelId="{BF013158-DED3-418D-A19C-AF05CF66F745}" type="presOf" srcId="{B2DAF90E-AF8F-4290-9FF4-FE79F7D25F01}" destId="{3ACB4381-2189-4348-8394-9C70C19A934D}" srcOrd="0" destOrd="0" presId="urn:microsoft.com/office/officeart/2005/8/layout/orgChart1"/>
    <dgm:cxn modelId="{5B973E78-2B23-43A9-96D1-3DB303C96947}" type="presOf" srcId="{7965E039-7196-41C8-BB73-B18D535320C3}" destId="{3AA60B41-3830-4B61-9534-B6C6DC0244D7}" srcOrd="0" destOrd="0" presId="urn:microsoft.com/office/officeart/2005/8/layout/orgChart1"/>
    <dgm:cxn modelId="{C622477D-0A12-452C-B09E-2AA92A0832EA}" type="presOf" srcId="{E1C5820C-3894-450A-A100-3DA2F652B09A}" destId="{B1D7ABA3-298E-495A-B869-DD4D7802B089}" srcOrd="0" destOrd="0" presId="urn:microsoft.com/office/officeart/2005/8/layout/orgChart1"/>
    <dgm:cxn modelId="{95C39B7F-D46C-4DAC-8D3D-5C9847AB8F08}" type="presOf" srcId="{0EE8EADB-E795-4DFC-8A7C-CEE8461CC0C1}" destId="{CA2FBC06-4A18-4341-96F2-B857ECFEFB8D}" srcOrd="0" destOrd="0" presId="urn:microsoft.com/office/officeart/2005/8/layout/orgChart1"/>
    <dgm:cxn modelId="{E4724387-D6A2-43AE-BDD3-3BFEB04355DA}" srcId="{6E028029-BCD8-43D3-9ED9-C01539EA6A19}" destId="{A31A9B95-61EE-478D-9A9C-9E37854F3A31}" srcOrd="4" destOrd="0" parTransId="{7965E039-7196-41C8-BB73-B18D535320C3}" sibTransId="{521DB041-B7BF-477A-965B-292B66DFA648}"/>
    <dgm:cxn modelId="{6714658A-C803-4CD6-8217-F95B43004668}" type="presOf" srcId="{03E78E87-154E-4817-90B9-6553EFB3610F}" destId="{EF4436CA-D072-4229-B003-BB9BC75CFEEC}" srcOrd="1" destOrd="0" presId="urn:microsoft.com/office/officeart/2005/8/layout/orgChart1"/>
    <dgm:cxn modelId="{1C694198-1123-4F74-B109-7A9DBAC3B3CC}" type="presOf" srcId="{8DA0348F-76DE-4F43-BB98-95F121CB75AA}" destId="{81500763-99DA-416E-9A1B-E17950BA9EF5}" srcOrd="0" destOrd="0" presId="urn:microsoft.com/office/officeart/2005/8/layout/orgChart1"/>
    <dgm:cxn modelId="{D2D7FFA2-D541-497F-8322-EB15DF0DEA98}" srcId="{5324D1A0-FECA-4318-9664-8C0E2328F09F}" destId="{F234E6BD-C1C9-4723-9FE4-E5D7E8CFE4FE}" srcOrd="1" destOrd="0" parTransId="{EF855900-EEF0-48F7-A546-69CB28B0770C}" sibTransId="{2AA64B2F-8FC8-4A4E-BEE5-58DB917293CD}"/>
    <dgm:cxn modelId="{B961F4A6-D9E4-483B-BFAA-65107C9EBA56}" type="presOf" srcId="{422A72E3-753C-4AB5-968C-92EAB6CD99C1}" destId="{DB6ACAF3-5CF7-47CB-A143-A216F1AF2F8D}" srcOrd="0" destOrd="0" presId="urn:microsoft.com/office/officeart/2005/8/layout/orgChart1"/>
    <dgm:cxn modelId="{BFD5E3A8-D5E8-46AA-BDBD-7AAB1D8A8470}" type="presOf" srcId="{03E78E87-154E-4817-90B9-6553EFB3610F}" destId="{35A9FF5E-5416-4BCA-AB7D-44C1EC9C6292}" srcOrd="0" destOrd="0" presId="urn:microsoft.com/office/officeart/2005/8/layout/orgChart1"/>
    <dgm:cxn modelId="{44B701AC-32BA-49E6-A954-B72119C012CC}" srcId="{6E028029-BCD8-43D3-9ED9-C01539EA6A19}" destId="{DC385AC3-5A1C-40BC-A03B-7BC3F248B210}" srcOrd="5" destOrd="0" parTransId="{8DA0348F-76DE-4F43-BB98-95F121CB75AA}" sibTransId="{EF4294F5-C3B1-498C-841B-9F6800ECB356}"/>
    <dgm:cxn modelId="{F77BBBB2-2F73-4D8B-A056-FBBBB37DDD7A}" type="presOf" srcId="{422A72E3-753C-4AB5-968C-92EAB6CD99C1}" destId="{B5989536-7627-4357-8640-9384448B3AC0}" srcOrd="1" destOrd="0" presId="urn:microsoft.com/office/officeart/2005/8/layout/orgChart1"/>
    <dgm:cxn modelId="{E3CB71B6-C6F6-450E-BCFE-9FF9C5D7B51E}" type="presOf" srcId="{3267C08C-E75F-493F-9A90-54F2A9CCC9E4}" destId="{DB6871EA-3664-42AD-975E-140C85E53CA9}" srcOrd="1" destOrd="0" presId="urn:microsoft.com/office/officeart/2005/8/layout/orgChart1"/>
    <dgm:cxn modelId="{156D07B7-4BBD-4C8C-9E50-944A8F46F5E6}" type="presOf" srcId="{DC385AC3-5A1C-40BC-A03B-7BC3F248B210}" destId="{032126B9-4FB2-4DE6-8B0B-1D564F285325}" srcOrd="0" destOrd="0" presId="urn:microsoft.com/office/officeart/2005/8/layout/orgChart1"/>
    <dgm:cxn modelId="{9CE7ECB8-A485-45BB-9601-4196D5C4D3B4}" type="presOf" srcId="{6E028029-BCD8-43D3-9ED9-C01539EA6A19}" destId="{80561ED4-AAAB-46D8-952C-4B9F7DB06CCA}" srcOrd="1" destOrd="0" presId="urn:microsoft.com/office/officeart/2005/8/layout/orgChart1"/>
    <dgm:cxn modelId="{89FB0EC0-E84D-48A8-A761-717228202ED9}" type="presOf" srcId="{3267C08C-E75F-493F-9A90-54F2A9CCC9E4}" destId="{AC043FC1-DB0A-4FD6-A916-EE4978A31978}" srcOrd="0" destOrd="0" presId="urn:microsoft.com/office/officeart/2005/8/layout/orgChart1"/>
    <dgm:cxn modelId="{826DB0C0-954C-4FD4-8633-FC91767CBEC7}" type="presOf" srcId="{A31A9B95-61EE-478D-9A9C-9E37854F3A31}" destId="{33B3521B-18EB-47A9-998E-589E747FC34C}" srcOrd="0" destOrd="0" presId="urn:microsoft.com/office/officeart/2005/8/layout/orgChart1"/>
    <dgm:cxn modelId="{B22346C4-6259-48F4-A370-832FB7B16FCB}" srcId="{6E028029-BCD8-43D3-9ED9-C01539EA6A19}" destId="{9A3B4470-6347-4EA0-9E0D-E8FFD38E460F}" srcOrd="0" destOrd="0" parTransId="{7165F1CD-1BD8-4052-BF34-628BE1070AE4}" sibTransId="{27C9B4AD-9A9C-4EC2-9525-2684CE0AAE89}"/>
    <dgm:cxn modelId="{D443F1CC-CF10-43B6-A7DA-AE6EA4E6A02D}" type="presOf" srcId="{F234E6BD-C1C9-4723-9FE4-E5D7E8CFE4FE}" destId="{2D28DE86-9712-4D69-B957-064311BB00FD}" srcOrd="0" destOrd="0" presId="urn:microsoft.com/office/officeart/2005/8/layout/orgChart1"/>
    <dgm:cxn modelId="{3CC2EDD3-3673-4012-B10A-9F6367B59327}" type="presOf" srcId="{6E028029-BCD8-43D3-9ED9-C01539EA6A19}" destId="{FFE12068-816F-4CAF-9D9A-20148C5C9E99}" srcOrd="0" destOrd="0" presId="urn:microsoft.com/office/officeart/2005/8/layout/orgChart1"/>
    <dgm:cxn modelId="{AFCDB5E3-1812-40CE-8A15-C8F971DB4FD8}" type="presOf" srcId="{A31A9B95-61EE-478D-9A9C-9E37854F3A31}" destId="{94909DAA-4542-4235-A15F-DEF39E65062F}" srcOrd="1" destOrd="0" presId="urn:microsoft.com/office/officeart/2005/8/layout/orgChart1"/>
    <dgm:cxn modelId="{6C0536EE-4389-4387-B7B2-0D2E17CCA43D}" type="presOf" srcId="{5324D1A0-FECA-4318-9664-8C0E2328F09F}" destId="{AE602977-C258-4559-8483-FBB8AF83EF25}" srcOrd="1" destOrd="0" presId="urn:microsoft.com/office/officeart/2005/8/layout/orgChart1"/>
    <dgm:cxn modelId="{B648D1F1-3E0B-4101-92BE-83B6D6F177B5}" srcId="{F234E6BD-C1C9-4723-9FE4-E5D7E8CFE4FE}" destId="{422A72E3-753C-4AB5-968C-92EAB6CD99C1}" srcOrd="0" destOrd="0" parTransId="{0EE8EADB-E795-4DFC-8A7C-CEE8461CC0C1}" sibTransId="{18BC2163-CF74-4F3E-BEAC-90ECEB96950A}"/>
    <dgm:cxn modelId="{D50418F7-1A52-41CB-B815-F207A37EB005}" type="presOf" srcId="{C0D7001C-0C13-4EBE-AFB7-2910D82B1007}" destId="{62A21330-B950-4C80-A173-5FE993723EEB}" srcOrd="0" destOrd="0" presId="urn:microsoft.com/office/officeart/2005/8/layout/orgChart1"/>
    <dgm:cxn modelId="{007786F9-A6FC-4146-A5FF-1FDF7D5C9A54}" type="presOf" srcId="{B1ED1A57-B0CA-4049-AECA-34EA95BCF858}" destId="{8FCB4FA1-89B4-47BD-A826-1074D8966425}" srcOrd="0" destOrd="0" presId="urn:microsoft.com/office/officeart/2005/8/layout/orgChart1"/>
    <dgm:cxn modelId="{FEEE4A3A-2EEE-42FC-A80A-867C215E6FA4}" type="presParOf" srcId="{070FE8C7-3E08-4793-95FE-E0575C4AA0D1}" destId="{A882F79D-5648-4C20-BC49-20D14ABECC82}" srcOrd="0" destOrd="0" presId="urn:microsoft.com/office/officeart/2005/8/layout/orgChart1"/>
    <dgm:cxn modelId="{AC8BA35B-7529-46D1-A9DF-08B745F0B701}" type="presParOf" srcId="{A882F79D-5648-4C20-BC49-20D14ABECC82}" destId="{42351339-032E-4441-AD31-CDBD3977214D}" srcOrd="0" destOrd="0" presId="urn:microsoft.com/office/officeart/2005/8/layout/orgChart1"/>
    <dgm:cxn modelId="{8B0A0E47-63FE-454B-8876-7C5BF3DF7380}" type="presParOf" srcId="{42351339-032E-4441-AD31-CDBD3977214D}" destId="{5441CDE9-50E3-4D26-A90F-9B0F96A57735}" srcOrd="0" destOrd="0" presId="urn:microsoft.com/office/officeart/2005/8/layout/orgChart1"/>
    <dgm:cxn modelId="{6AB8B697-06BE-4757-B4FA-DC5297DE6032}" type="presParOf" srcId="{42351339-032E-4441-AD31-CDBD3977214D}" destId="{AE602977-C258-4559-8483-FBB8AF83EF25}" srcOrd="1" destOrd="0" presId="urn:microsoft.com/office/officeart/2005/8/layout/orgChart1"/>
    <dgm:cxn modelId="{69FD4D2A-6ADA-476C-9D01-7D295BC54AE7}" type="presParOf" srcId="{A882F79D-5648-4C20-BC49-20D14ABECC82}" destId="{1DDF3778-5EE7-4CD4-B7FA-85B3C8352AB1}" srcOrd="1" destOrd="0" presId="urn:microsoft.com/office/officeart/2005/8/layout/orgChart1"/>
    <dgm:cxn modelId="{BC8E4676-B091-4A59-A967-BF936CCE447C}" type="presParOf" srcId="{1DDF3778-5EE7-4CD4-B7FA-85B3C8352AB1}" destId="{2C42098F-A0FC-47BA-819F-02833E12DDD9}" srcOrd="0" destOrd="0" presId="urn:microsoft.com/office/officeart/2005/8/layout/orgChart1"/>
    <dgm:cxn modelId="{10C86AD9-C441-4C38-A657-E3F013E07BAA}" type="presParOf" srcId="{1DDF3778-5EE7-4CD4-B7FA-85B3C8352AB1}" destId="{56FD15DB-DEEA-4073-8646-153C3ABE9FD1}" srcOrd="1" destOrd="0" presId="urn:microsoft.com/office/officeart/2005/8/layout/orgChart1"/>
    <dgm:cxn modelId="{51C6EA17-2378-4788-A12D-1874C73D2EFE}" type="presParOf" srcId="{56FD15DB-DEEA-4073-8646-153C3ABE9FD1}" destId="{8D9E733D-FEFC-48C1-B7E9-09CAA5ED1DF8}" srcOrd="0" destOrd="0" presId="urn:microsoft.com/office/officeart/2005/8/layout/orgChart1"/>
    <dgm:cxn modelId="{0761348F-5638-4D2D-9C91-0D60F09B63A0}" type="presParOf" srcId="{8D9E733D-FEFC-48C1-B7E9-09CAA5ED1DF8}" destId="{FFE12068-816F-4CAF-9D9A-20148C5C9E99}" srcOrd="0" destOrd="0" presId="urn:microsoft.com/office/officeart/2005/8/layout/orgChart1"/>
    <dgm:cxn modelId="{E198C745-7625-4D38-A788-A1E5CCB42920}" type="presParOf" srcId="{8D9E733D-FEFC-48C1-B7E9-09CAA5ED1DF8}" destId="{80561ED4-AAAB-46D8-952C-4B9F7DB06CCA}" srcOrd="1" destOrd="0" presId="urn:microsoft.com/office/officeart/2005/8/layout/orgChart1"/>
    <dgm:cxn modelId="{13AFD873-DAA5-4428-A7E6-D515776B644E}" type="presParOf" srcId="{56FD15DB-DEEA-4073-8646-153C3ABE9FD1}" destId="{3404CEA3-F312-4F3C-88D4-55D2379F86BF}" srcOrd="1" destOrd="0" presId="urn:microsoft.com/office/officeart/2005/8/layout/orgChart1"/>
    <dgm:cxn modelId="{E565E129-8BC6-4E70-9424-7C9C8FDA40C2}" type="presParOf" srcId="{3404CEA3-F312-4F3C-88D4-55D2379F86BF}" destId="{C5BE6BF1-C61F-4519-BC7D-2E12B2C7EC6E}" srcOrd="0" destOrd="0" presId="urn:microsoft.com/office/officeart/2005/8/layout/orgChart1"/>
    <dgm:cxn modelId="{C702C0C9-5957-4FF2-9026-7B894E8169FE}" type="presParOf" srcId="{3404CEA3-F312-4F3C-88D4-55D2379F86BF}" destId="{58BC081A-7365-46EE-A636-59A9AD08D5FE}" srcOrd="1" destOrd="0" presId="urn:microsoft.com/office/officeart/2005/8/layout/orgChart1"/>
    <dgm:cxn modelId="{872FB2BC-4A86-4727-AEAB-376BEB85B980}" type="presParOf" srcId="{58BC081A-7365-46EE-A636-59A9AD08D5FE}" destId="{783842BB-5DD4-44FB-83C3-275BC4DCB3E3}" srcOrd="0" destOrd="0" presId="urn:microsoft.com/office/officeart/2005/8/layout/orgChart1"/>
    <dgm:cxn modelId="{781B47B4-045D-4F40-8527-EB0D63DCB4DD}" type="presParOf" srcId="{783842BB-5DD4-44FB-83C3-275BC4DCB3E3}" destId="{387DD08F-8441-4B9A-A3F8-D55D5E962C2F}" srcOrd="0" destOrd="0" presId="urn:microsoft.com/office/officeart/2005/8/layout/orgChart1"/>
    <dgm:cxn modelId="{A19C57FB-A104-4E45-8E27-4036F89D9DC0}" type="presParOf" srcId="{783842BB-5DD4-44FB-83C3-275BC4DCB3E3}" destId="{AC71E5A3-6E92-428D-8121-31920999F31A}" srcOrd="1" destOrd="0" presId="urn:microsoft.com/office/officeart/2005/8/layout/orgChart1"/>
    <dgm:cxn modelId="{D1D38465-2356-496F-BD87-CE6D65FACA8F}" type="presParOf" srcId="{58BC081A-7365-46EE-A636-59A9AD08D5FE}" destId="{F3976CD4-FA0A-447F-86A5-9D57329E9B2C}" srcOrd="1" destOrd="0" presId="urn:microsoft.com/office/officeart/2005/8/layout/orgChart1"/>
    <dgm:cxn modelId="{728AFD93-489A-4C2A-B305-FFC0DC610EB3}" type="presParOf" srcId="{58BC081A-7365-46EE-A636-59A9AD08D5FE}" destId="{89C21617-CF84-440A-AA86-AEF4FC5D5CF6}" srcOrd="2" destOrd="0" presId="urn:microsoft.com/office/officeart/2005/8/layout/orgChart1"/>
    <dgm:cxn modelId="{9559DF3F-7D8A-47EF-8F84-654805DB28CB}" type="presParOf" srcId="{3404CEA3-F312-4F3C-88D4-55D2379F86BF}" destId="{3ACB4381-2189-4348-8394-9C70C19A934D}" srcOrd="2" destOrd="0" presId="urn:microsoft.com/office/officeart/2005/8/layout/orgChart1"/>
    <dgm:cxn modelId="{FEE63D80-6782-4E1A-934A-B322DF7A5D78}" type="presParOf" srcId="{3404CEA3-F312-4F3C-88D4-55D2379F86BF}" destId="{3E06FA23-E798-4FBC-8FBE-3E169355101F}" srcOrd="3" destOrd="0" presId="urn:microsoft.com/office/officeart/2005/8/layout/orgChart1"/>
    <dgm:cxn modelId="{6393B19B-B726-4E8F-B7F5-9A3012BE6D1A}" type="presParOf" srcId="{3E06FA23-E798-4FBC-8FBE-3E169355101F}" destId="{9A9201CD-EAA2-4F64-A50C-AE3A29235B60}" srcOrd="0" destOrd="0" presId="urn:microsoft.com/office/officeart/2005/8/layout/orgChart1"/>
    <dgm:cxn modelId="{22B853F6-41F2-440A-854E-B557F3C11360}" type="presParOf" srcId="{9A9201CD-EAA2-4F64-A50C-AE3A29235B60}" destId="{8FCB4FA1-89B4-47BD-A826-1074D8966425}" srcOrd="0" destOrd="0" presId="urn:microsoft.com/office/officeart/2005/8/layout/orgChart1"/>
    <dgm:cxn modelId="{75FC8572-CFB5-44AC-B374-3C4AFFE3E96A}" type="presParOf" srcId="{9A9201CD-EAA2-4F64-A50C-AE3A29235B60}" destId="{194FA506-5B41-47B4-AE3C-23922940752F}" srcOrd="1" destOrd="0" presId="urn:microsoft.com/office/officeart/2005/8/layout/orgChart1"/>
    <dgm:cxn modelId="{F5608ECA-4505-4489-B991-7B93D24C125F}" type="presParOf" srcId="{3E06FA23-E798-4FBC-8FBE-3E169355101F}" destId="{2B05FA69-C97F-45F6-9356-9AF3FF87D36E}" srcOrd="1" destOrd="0" presId="urn:microsoft.com/office/officeart/2005/8/layout/orgChart1"/>
    <dgm:cxn modelId="{88E48ADF-67CC-4E18-9570-04BF7664831C}" type="presParOf" srcId="{3E06FA23-E798-4FBC-8FBE-3E169355101F}" destId="{58C69228-6A9B-4502-A8A7-5B11009CE4A9}" srcOrd="2" destOrd="0" presId="urn:microsoft.com/office/officeart/2005/8/layout/orgChart1"/>
    <dgm:cxn modelId="{454D83E8-D1F1-4CB3-9F3A-5189B129C799}" type="presParOf" srcId="{3404CEA3-F312-4F3C-88D4-55D2379F86BF}" destId="{B1D7ABA3-298E-495A-B869-DD4D7802B089}" srcOrd="4" destOrd="0" presId="urn:microsoft.com/office/officeart/2005/8/layout/orgChart1"/>
    <dgm:cxn modelId="{87545068-C7C0-4F55-A089-8A56F8BE395E}" type="presParOf" srcId="{3404CEA3-F312-4F3C-88D4-55D2379F86BF}" destId="{9CD18A83-9DE4-4DDC-A9C0-DF078F8FB763}" srcOrd="5" destOrd="0" presId="urn:microsoft.com/office/officeart/2005/8/layout/orgChart1"/>
    <dgm:cxn modelId="{D9D4FA59-4DAC-437C-8750-5CA5B06C1798}" type="presParOf" srcId="{9CD18A83-9DE4-4DDC-A9C0-DF078F8FB763}" destId="{8E230297-39DC-4462-9DB5-46DD11304786}" srcOrd="0" destOrd="0" presId="urn:microsoft.com/office/officeart/2005/8/layout/orgChart1"/>
    <dgm:cxn modelId="{7D0C8A69-C1C8-42AE-9963-170B872024D7}" type="presParOf" srcId="{8E230297-39DC-4462-9DB5-46DD11304786}" destId="{35A9FF5E-5416-4BCA-AB7D-44C1EC9C6292}" srcOrd="0" destOrd="0" presId="urn:microsoft.com/office/officeart/2005/8/layout/orgChart1"/>
    <dgm:cxn modelId="{932584E9-1CB2-4FE7-B46B-60B992E9C59A}" type="presParOf" srcId="{8E230297-39DC-4462-9DB5-46DD11304786}" destId="{EF4436CA-D072-4229-B003-BB9BC75CFEEC}" srcOrd="1" destOrd="0" presId="urn:microsoft.com/office/officeart/2005/8/layout/orgChart1"/>
    <dgm:cxn modelId="{902DA469-31BF-4503-A3EE-97F0A60A6F50}" type="presParOf" srcId="{9CD18A83-9DE4-4DDC-A9C0-DF078F8FB763}" destId="{13849A59-0EFB-4B0E-A859-17E4106F3B4D}" srcOrd="1" destOrd="0" presId="urn:microsoft.com/office/officeart/2005/8/layout/orgChart1"/>
    <dgm:cxn modelId="{344E3619-D177-4827-BB9F-11B2C68B4DAA}" type="presParOf" srcId="{9CD18A83-9DE4-4DDC-A9C0-DF078F8FB763}" destId="{6101CD73-845A-49D7-8E44-A450CE5DD8BF}" srcOrd="2" destOrd="0" presId="urn:microsoft.com/office/officeart/2005/8/layout/orgChart1"/>
    <dgm:cxn modelId="{31F33C22-4A45-4AD8-A93A-71387713040A}" type="presParOf" srcId="{3404CEA3-F312-4F3C-88D4-55D2379F86BF}" destId="{62A21330-B950-4C80-A173-5FE993723EEB}" srcOrd="6" destOrd="0" presId="urn:microsoft.com/office/officeart/2005/8/layout/orgChart1"/>
    <dgm:cxn modelId="{325C89A7-7E47-4F5A-873A-1CFE31A078E4}" type="presParOf" srcId="{3404CEA3-F312-4F3C-88D4-55D2379F86BF}" destId="{FB60995D-307B-43B1-9357-DA176D547E88}" srcOrd="7" destOrd="0" presId="urn:microsoft.com/office/officeart/2005/8/layout/orgChart1"/>
    <dgm:cxn modelId="{480B81F4-CDB2-4236-BCED-DBEB2F30FCF4}" type="presParOf" srcId="{FB60995D-307B-43B1-9357-DA176D547E88}" destId="{B1956355-84BC-4755-BAAA-8EBBE7AEBA87}" srcOrd="0" destOrd="0" presId="urn:microsoft.com/office/officeart/2005/8/layout/orgChart1"/>
    <dgm:cxn modelId="{2BFE0FB5-1365-42A6-932B-745309B5FB1C}" type="presParOf" srcId="{B1956355-84BC-4755-BAAA-8EBBE7AEBA87}" destId="{C53A0F47-2607-4C52-AD84-04DD5AA23919}" srcOrd="0" destOrd="0" presId="urn:microsoft.com/office/officeart/2005/8/layout/orgChart1"/>
    <dgm:cxn modelId="{5D890F9D-FE2B-4E42-AB2C-7B43864EDD9D}" type="presParOf" srcId="{B1956355-84BC-4755-BAAA-8EBBE7AEBA87}" destId="{1C55D125-1172-4387-9CB5-09C79CD90CFB}" srcOrd="1" destOrd="0" presId="urn:microsoft.com/office/officeart/2005/8/layout/orgChart1"/>
    <dgm:cxn modelId="{D0D6E8D3-E99D-43DC-A1D3-B607321A76D5}" type="presParOf" srcId="{FB60995D-307B-43B1-9357-DA176D547E88}" destId="{85CC6A07-76BE-43F2-A4F5-01CFD2A5B56A}" srcOrd="1" destOrd="0" presId="urn:microsoft.com/office/officeart/2005/8/layout/orgChart1"/>
    <dgm:cxn modelId="{ACEC0818-9442-4F02-9C77-E4A3D07AA4E1}" type="presParOf" srcId="{FB60995D-307B-43B1-9357-DA176D547E88}" destId="{0EA3B7AF-BCC2-4756-B64F-0AD57EFD1407}" srcOrd="2" destOrd="0" presId="urn:microsoft.com/office/officeart/2005/8/layout/orgChart1"/>
    <dgm:cxn modelId="{228DCB92-27B4-42C2-B2C8-2B81DFBD6BA1}" type="presParOf" srcId="{3404CEA3-F312-4F3C-88D4-55D2379F86BF}" destId="{3AA60B41-3830-4B61-9534-B6C6DC0244D7}" srcOrd="8" destOrd="0" presId="urn:microsoft.com/office/officeart/2005/8/layout/orgChart1"/>
    <dgm:cxn modelId="{EB5214B7-91B9-4E1C-9254-4EF2FADEF079}" type="presParOf" srcId="{3404CEA3-F312-4F3C-88D4-55D2379F86BF}" destId="{85C78158-283E-453F-960C-DEDDF0F127C9}" srcOrd="9" destOrd="0" presId="urn:microsoft.com/office/officeart/2005/8/layout/orgChart1"/>
    <dgm:cxn modelId="{3942AAF1-A209-4266-92D7-1D3254F7AC92}" type="presParOf" srcId="{85C78158-283E-453F-960C-DEDDF0F127C9}" destId="{74BC4653-D353-43EE-B93F-E666EE7DFFEA}" srcOrd="0" destOrd="0" presId="urn:microsoft.com/office/officeart/2005/8/layout/orgChart1"/>
    <dgm:cxn modelId="{D092F763-5435-474E-9DFF-BD1E478A3C03}" type="presParOf" srcId="{74BC4653-D353-43EE-B93F-E666EE7DFFEA}" destId="{33B3521B-18EB-47A9-998E-589E747FC34C}" srcOrd="0" destOrd="0" presId="urn:microsoft.com/office/officeart/2005/8/layout/orgChart1"/>
    <dgm:cxn modelId="{AFCE71F4-836D-474F-A54F-E52D9FE15296}" type="presParOf" srcId="{74BC4653-D353-43EE-B93F-E666EE7DFFEA}" destId="{94909DAA-4542-4235-A15F-DEF39E65062F}" srcOrd="1" destOrd="0" presId="urn:microsoft.com/office/officeart/2005/8/layout/orgChart1"/>
    <dgm:cxn modelId="{41AF1E50-F81A-4D38-BD4E-7115D425D85E}" type="presParOf" srcId="{85C78158-283E-453F-960C-DEDDF0F127C9}" destId="{5E47B328-3B2F-456F-9B18-4DE70FA3216B}" srcOrd="1" destOrd="0" presId="urn:microsoft.com/office/officeart/2005/8/layout/orgChart1"/>
    <dgm:cxn modelId="{CF361EFB-832C-476B-9641-4093CAD15A7F}" type="presParOf" srcId="{85C78158-283E-453F-960C-DEDDF0F127C9}" destId="{A3C3A25A-B198-4A7D-98F6-D98AF95063B3}" srcOrd="2" destOrd="0" presId="urn:microsoft.com/office/officeart/2005/8/layout/orgChart1"/>
    <dgm:cxn modelId="{9483DEDB-CA21-448C-A459-488183C19A45}" type="presParOf" srcId="{3404CEA3-F312-4F3C-88D4-55D2379F86BF}" destId="{81500763-99DA-416E-9A1B-E17950BA9EF5}" srcOrd="10" destOrd="0" presId="urn:microsoft.com/office/officeart/2005/8/layout/orgChart1"/>
    <dgm:cxn modelId="{37126618-7702-4F41-8F0E-9DF3BFA163FF}" type="presParOf" srcId="{3404CEA3-F312-4F3C-88D4-55D2379F86BF}" destId="{E1070F01-B18A-42A7-828B-58B1C28EA27A}" srcOrd="11" destOrd="0" presId="urn:microsoft.com/office/officeart/2005/8/layout/orgChart1"/>
    <dgm:cxn modelId="{24FCD952-B54B-4088-90A1-B086D2F62318}" type="presParOf" srcId="{E1070F01-B18A-42A7-828B-58B1C28EA27A}" destId="{BA65B734-48C1-4524-813A-84F15F80AE58}" srcOrd="0" destOrd="0" presId="urn:microsoft.com/office/officeart/2005/8/layout/orgChart1"/>
    <dgm:cxn modelId="{E35E3B31-7EC7-4ACD-97F7-1AB0C7186BAD}" type="presParOf" srcId="{BA65B734-48C1-4524-813A-84F15F80AE58}" destId="{032126B9-4FB2-4DE6-8B0B-1D564F285325}" srcOrd="0" destOrd="0" presId="urn:microsoft.com/office/officeart/2005/8/layout/orgChart1"/>
    <dgm:cxn modelId="{EC94B1BF-EE90-4B57-A3A9-280D4188229D}" type="presParOf" srcId="{BA65B734-48C1-4524-813A-84F15F80AE58}" destId="{836B0A01-1859-4D4F-8AAE-C861E67F4219}" srcOrd="1" destOrd="0" presId="urn:microsoft.com/office/officeart/2005/8/layout/orgChart1"/>
    <dgm:cxn modelId="{9D9830A5-E16B-48EB-95B4-D61C2A69C3DF}" type="presParOf" srcId="{E1070F01-B18A-42A7-828B-58B1C28EA27A}" destId="{8CC75169-7DD9-47DC-8A2A-4A44ABF28EB9}" srcOrd="1" destOrd="0" presId="urn:microsoft.com/office/officeart/2005/8/layout/orgChart1"/>
    <dgm:cxn modelId="{28765F91-E571-4BC5-B0EA-F9E09E047012}" type="presParOf" srcId="{E1070F01-B18A-42A7-828B-58B1C28EA27A}" destId="{4FFCA1DA-2406-4538-A7F8-1CC4D66499D4}" srcOrd="2" destOrd="0" presId="urn:microsoft.com/office/officeart/2005/8/layout/orgChart1"/>
    <dgm:cxn modelId="{C50C120A-C42A-4F38-B18E-47DF539AF2CA}" type="presParOf" srcId="{56FD15DB-DEEA-4073-8646-153C3ABE9FD1}" destId="{A3B2B24D-5C8B-4A44-9D84-DDAC67E50B3A}" srcOrd="2" destOrd="0" presId="urn:microsoft.com/office/officeart/2005/8/layout/orgChart1"/>
    <dgm:cxn modelId="{AFFCFD52-D9EE-4784-A133-FB51ADA57384}" type="presParOf" srcId="{1DDF3778-5EE7-4CD4-B7FA-85B3C8352AB1}" destId="{81F1AD56-C2A5-46FE-8561-FA6386B7BF20}" srcOrd="2" destOrd="0" presId="urn:microsoft.com/office/officeart/2005/8/layout/orgChart1"/>
    <dgm:cxn modelId="{ABF99313-424E-4C51-8181-1E841E1A115C}" type="presParOf" srcId="{1DDF3778-5EE7-4CD4-B7FA-85B3C8352AB1}" destId="{726D4C07-9806-403D-B3F2-BA0143EDA64E}" srcOrd="3" destOrd="0" presId="urn:microsoft.com/office/officeart/2005/8/layout/orgChart1"/>
    <dgm:cxn modelId="{5BAA3436-009E-4A53-86E6-F45906C69266}" type="presParOf" srcId="{726D4C07-9806-403D-B3F2-BA0143EDA64E}" destId="{02F46C84-7736-45F0-B349-D50FC2BEFD64}" srcOrd="0" destOrd="0" presId="urn:microsoft.com/office/officeart/2005/8/layout/orgChart1"/>
    <dgm:cxn modelId="{E59FF39A-2E26-4EBE-BE54-AF014DE762D3}" type="presParOf" srcId="{02F46C84-7736-45F0-B349-D50FC2BEFD64}" destId="{2D28DE86-9712-4D69-B957-064311BB00FD}" srcOrd="0" destOrd="0" presId="urn:microsoft.com/office/officeart/2005/8/layout/orgChart1"/>
    <dgm:cxn modelId="{CF21612F-1818-48CD-BE18-E3AB73C43ADF}" type="presParOf" srcId="{02F46C84-7736-45F0-B349-D50FC2BEFD64}" destId="{2CA62C2E-B02C-4F33-ACFB-9FBF9D649C15}" srcOrd="1" destOrd="0" presId="urn:microsoft.com/office/officeart/2005/8/layout/orgChart1"/>
    <dgm:cxn modelId="{2F434DD4-C28E-467F-A6DA-D85AC3FC65F7}" type="presParOf" srcId="{726D4C07-9806-403D-B3F2-BA0143EDA64E}" destId="{36CDE14F-650D-48D6-B7A5-F9EC6E7E6FBC}" srcOrd="1" destOrd="0" presId="urn:microsoft.com/office/officeart/2005/8/layout/orgChart1"/>
    <dgm:cxn modelId="{1818CC51-36AA-450A-9F04-5C182B9D0A3F}" type="presParOf" srcId="{36CDE14F-650D-48D6-B7A5-F9EC6E7E6FBC}" destId="{CA2FBC06-4A18-4341-96F2-B857ECFEFB8D}" srcOrd="0" destOrd="0" presId="urn:microsoft.com/office/officeart/2005/8/layout/orgChart1"/>
    <dgm:cxn modelId="{5BE9435F-B1D7-4822-A6E7-9AB787B6E5C9}" type="presParOf" srcId="{36CDE14F-650D-48D6-B7A5-F9EC6E7E6FBC}" destId="{08E7431C-6B82-492B-AC07-E515EA9D209B}" srcOrd="1" destOrd="0" presId="urn:microsoft.com/office/officeart/2005/8/layout/orgChart1"/>
    <dgm:cxn modelId="{2AE0E44A-0EDF-44A2-B7DF-3D60F0CE7267}" type="presParOf" srcId="{08E7431C-6B82-492B-AC07-E515EA9D209B}" destId="{546F169B-B809-4701-8365-68DA39FDA9E8}" srcOrd="0" destOrd="0" presId="urn:microsoft.com/office/officeart/2005/8/layout/orgChart1"/>
    <dgm:cxn modelId="{03373BBA-7DD9-4F08-9392-91DDF3165F30}" type="presParOf" srcId="{546F169B-B809-4701-8365-68DA39FDA9E8}" destId="{DB6ACAF3-5CF7-47CB-A143-A216F1AF2F8D}" srcOrd="0" destOrd="0" presId="urn:microsoft.com/office/officeart/2005/8/layout/orgChart1"/>
    <dgm:cxn modelId="{E17F1167-56D6-46C4-B6E7-12A4D7427687}" type="presParOf" srcId="{546F169B-B809-4701-8365-68DA39FDA9E8}" destId="{B5989536-7627-4357-8640-9384448B3AC0}" srcOrd="1" destOrd="0" presId="urn:microsoft.com/office/officeart/2005/8/layout/orgChart1"/>
    <dgm:cxn modelId="{97B03074-A789-4008-951A-15C0466702CF}" type="presParOf" srcId="{08E7431C-6B82-492B-AC07-E515EA9D209B}" destId="{2D5570A7-CC29-4206-96D5-D4DE0A89E95B}" srcOrd="1" destOrd="0" presId="urn:microsoft.com/office/officeart/2005/8/layout/orgChart1"/>
    <dgm:cxn modelId="{CEC54282-C33A-46FC-BEC4-C98ECC14E87A}" type="presParOf" srcId="{08E7431C-6B82-492B-AC07-E515EA9D209B}" destId="{BF7E4130-2185-401A-AC16-5ACF9E48FF2E}" srcOrd="2" destOrd="0" presId="urn:microsoft.com/office/officeart/2005/8/layout/orgChart1"/>
    <dgm:cxn modelId="{B97D031C-F231-4EC9-AAE9-F286CEC85529}" type="presParOf" srcId="{726D4C07-9806-403D-B3F2-BA0143EDA64E}" destId="{6C6482C5-6AF9-4509-8025-C245738BB993}" srcOrd="2" destOrd="0" presId="urn:microsoft.com/office/officeart/2005/8/layout/orgChart1"/>
    <dgm:cxn modelId="{BA6EF61F-C403-4A8E-8608-EC1A2B861C4F}" type="presParOf" srcId="{1DDF3778-5EE7-4CD4-B7FA-85B3C8352AB1}" destId="{D9929CF6-78E2-40A8-BBE6-41D653590FFC}" srcOrd="4" destOrd="0" presId="urn:microsoft.com/office/officeart/2005/8/layout/orgChart1"/>
    <dgm:cxn modelId="{0F2900FC-2C9E-450F-BF06-41BA99474A75}" type="presParOf" srcId="{1DDF3778-5EE7-4CD4-B7FA-85B3C8352AB1}" destId="{405C5114-909C-4330-A159-8FF683B8DF04}" srcOrd="5" destOrd="0" presId="urn:microsoft.com/office/officeart/2005/8/layout/orgChart1"/>
    <dgm:cxn modelId="{5DACEC59-030D-4A14-88B0-15D50A0228D4}" type="presParOf" srcId="{405C5114-909C-4330-A159-8FF683B8DF04}" destId="{B42D4557-D37E-4135-8331-895B8CA9234E}" srcOrd="0" destOrd="0" presId="urn:microsoft.com/office/officeart/2005/8/layout/orgChart1"/>
    <dgm:cxn modelId="{17F011D4-D3D2-4D83-9E86-43575A7B0AC9}" type="presParOf" srcId="{B42D4557-D37E-4135-8331-895B8CA9234E}" destId="{AC043FC1-DB0A-4FD6-A916-EE4978A31978}" srcOrd="0" destOrd="0" presId="urn:microsoft.com/office/officeart/2005/8/layout/orgChart1"/>
    <dgm:cxn modelId="{4AA29A09-C5B5-49DF-A7F4-5E59328F996C}" type="presParOf" srcId="{B42D4557-D37E-4135-8331-895B8CA9234E}" destId="{DB6871EA-3664-42AD-975E-140C85E53CA9}" srcOrd="1" destOrd="0" presId="urn:microsoft.com/office/officeart/2005/8/layout/orgChart1"/>
    <dgm:cxn modelId="{FA90DC98-12B8-4360-AFC6-D522F6414D70}" type="presParOf" srcId="{405C5114-909C-4330-A159-8FF683B8DF04}" destId="{7C98714D-3795-4B0D-8C11-9F02F64696A7}" srcOrd="1" destOrd="0" presId="urn:microsoft.com/office/officeart/2005/8/layout/orgChart1"/>
    <dgm:cxn modelId="{1EA20D68-FDB3-443E-9C2D-15FDF708EF13}" type="presParOf" srcId="{405C5114-909C-4330-A159-8FF683B8DF04}" destId="{89D1E959-0DCC-4678-8449-F71E21F56B2A}" srcOrd="2" destOrd="0" presId="urn:microsoft.com/office/officeart/2005/8/layout/orgChart1"/>
    <dgm:cxn modelId="{250F135C-4DC4-43EB-ABDB-D5CD6D5CE253}" type="presParOf" srcId="{A882F79D-5648-4C20-BC49-20D14ABECC82}" destId="{22079E61-E8B3-4A92-A868-EC3EF5D42AF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929CF6-78E2-40A8-BBE6-41D653590FFC}">
      <dsp:nvSpPr>
        <dsp:cNvPr id="0" name=""/>
        <dsp:cNvSpPr/>
      </dsp:nvSpPr>
      <dsp:spPr>
        <a:xfrm>
          <a:off x="3990975" y="2641048"/>
          <a:ext cx="2823644" cy="4900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026"/>
              </a:lnTo>
              <a:lnTo>
                <a:pt x="2823644" y="245026"/>
              </a:lnTo>
              <a:lnTo>
                <a:pt x="2823644" y="49005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2FBC06-4A18-4341-96F2-B857ECFEFB8D}">
      <dsp:nvSpPr>
        <dsp:cNvPr id="0" name=""/>
        <dsp:cNvSpPr/>
      </dsp:nvSpPr>
      <dsp:spPr>
        <a:xfrm>
          <a:off x="3945254" y="2641048"/>
          <a:ext cx="91440" cy="4900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005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BE6BF1-C61F-4519-BC7D-2E12B2C7EC6E}">
      <dsp:nvSpPr>
        <dsp:cNvPr id="0" name=""/>
        <dsp:cNvSpPr/>
      </dsp:nvSpPr>
      <dsp:spPr>
        <a:xfrm>
          <a:off x="1167330" y="2641048"/>
          <a:ext cx="2823644" cy="490053"/>
        </a:xfrm>
        <a:custGeom>
          <a:avLst/>
          <a:gdLst/>
          <a:ahLst/>
          <a:cxnLst/>
          <a:rect l="0" t="0" r="0" b="0"/>
          <a:pathLst>
            <a:path>
              <a:moveTo>
                <a:pt x="2823644" y="0"/>
              </a:moveTo>
              <a:lnTo>
                <a:pt x="2823644" y="245026"/>
              </a:lnTo>
              <a:lnTo>
                <a:pt x="0" y="245026"/>
              </a:lnTo>
              <a:lnTo>
                <a:pt x="0" y="49005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41CDE9-50E3-4D26-A90F-9B0F96A57735}">
      <dsp:nvSpPr>
        <dsp:cNvPr id="0" name=""/>
        <dsp:cNvSpPr/>
      </dsp:nvSpPr>
      <dsp:spPr>
        <a:xfrm>
          <a:off x="2824179" y="1474252"/>
          <a:ext cx="2333590" cy="116679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latin typeface="Arial" panose="020B0604020202020204" pitchFamily="34" charset="0"/>
              <a:cs typeface="Arial" panose="020B0604020202020204" pitchFamily="34" charset="0"/>
            </a:rPr>
            <a:t>Gerente General</a:t>
          </a:r>
          <a:endParaRPr lang="es-419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24179" y="1474252"/>
        <a:ext cx="2333590" cy="1166795"/>
      </dsp:txXfrm>
    </dsp:sp>
    <dsp:sp modelId="{387DD08F-8441-4B9A-A3F8-D55D5E962C2F}">
      <dsp:nvSpPr>
        <dsp:cNvPr id="0" name=""/>
        <dsp:cNvSpPr/>
      </dsp:nvSpPr>
      <dsp:spPr>
        <a:xfrm>
          <a:off x="535" y="3131101"/>
          <a:ext cx="2333590" cy="116679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latin typeface="Arial" panose="020B0604020202020204" pitchFamily="34" charset="0"/>
              <a:cs typeface="Arial" panose="020B0604020202020204" pitchFamily="34" charset="0"/>
            </a:rPr>
            <a:t>Equipo de Tecnología</a:t>
          </a:r>
          <a:endParaRPr lang="es-419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35" y="3131101"/>
        <a:ext cx="2333590" cy="1166795"/>
      </dsp:txXfrm>
    </dsp:sp>
    <dsp:sp modelId="{DB6ACAF3-5CF7-47CB-A143-A216F1AF2F8D}">
      <dsp:nvSpPr>
        <dsp:cNvPr id="0" name=""/>
        <dsp:cNvSpPr/>
      </dsp:nvSpPr>
      <dsp:spPr>
        <a:xfrm>
          <a:off x="2824179" y="3131101"/>
          <a:ext cx="2333590" cy="116679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latin typeface="Arial" panose="020B0604020202020204" pitchFamily="34" charset="0"/>
              <a:cs typeface="Arial" panose="020B0604020202020204" pitchFamily="34" charset="0"/>
            </a:rPr>
            <a:t>Equipo de Marketing y Ventas</a:t>
          </a:r>
          <a:endParaRPr lang="es-419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24179" y="3131101"/>
        <a:ext cx="2333590" cy="1166795"/>
      </dsp:txXfrm>
    </dsp:sp>
    <dsp:sp modelId="{AC043FC1-DB0A-4FD6-A916-EE4978A31978}">
      <dsp:nvSpPr>
        <dsp:cNvPr id="0" name=""/>
        <dsp:cNvSpPr/>
      </dsp:nvSpPr>
      <dsp:spPr>
        <a:xfrm>
          <a:off x="5647823" y="3131101"/>
          <a:ext cx="2333590" cy="116679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/>
            <a:t>Administrador de RRHH</a:t>
          </a:r>
          <a:endParaRPr lang="es-419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647823" y="3131101"/>
        <a:ext cx="2333590" cy="11667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929CF6-78E2-40A8-BBE6-41D653590FFC}">
      <dsp:nvSpPr>
        <dsp:cNvPr id="0" name=""/>
        <dsp:cNvSpPr/>
      </dsp:nvSpPr>
      <dsp:spPr>
        <a:xfrm>
          <a:off x="3990975" y="1812623"/>
          <a:ext cx="2823644" cy="4900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026"/>
              </a:lnTo>
              <a:lnTo>
                <a:pt x="2823644" y="245026"/>
              </a:lnTo>
              <a:lnTo>
                <a:pt x="2823644" y="49005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2FBC06-4A18-4341-96F2-B857ECFEFB8D}">
      <dsp:nvSpPr>
        <dsp:cNvPr id="0" name=""/>
        <dsp:cNvSpPr/>
      </dsp:nvSpPr>
      <dsp:spPr>
        <a:xfrm>
          <a:off x="3057538" y="3469472"/>
          <a:ext cx="350038" cy="10734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3451"/>
              </a:lnTo>
              <a:lnTo>
                <a:pt x="350038" y="1073451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F1AD56-C2A5-46FE-8561-FA6386B7BF20}">
      <dsp:nvSpPr>
        <dsp:cNvPr id="0" name=""/>
        <dsp:cNvSpPr/>
      </dsp:nvSpPr>
      <dsp:spPr>
        <a:xfrm>
          <a:off x="3945254" y="1812623"/>
          <a:ext cx="91440" cy="4900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005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BE6BF1-C61F-4519-BC7D-2E12B2C7EC6E}">
      <dsp:nvSpPr>
        <dsp:cNvPr id="0" name=""/>
        <dsp:cNvSpPr/>
      </dsp:nvSpPr>
      <dsp:spPr>
        <a:xfrm>
          <a:off x="233894" y="3469472"/>
          <a:ext cx="350038" cy="10734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3451"/>
              </a:lnTo>
              <a:lnTo>
                <a:pt x="350038" y="1073451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42098F-A0FC-47BA-819F-02833E12DDD9}">
      <dsp:nvSpPr>
        <dsp:cNvPr id="0" name=""/>
        <dsp:cNvSpPr/>
      </dsp:nvSpPr>
      <dsp:spPr>
        <a:xfrm>
          <a:off x="1167330" y="1812623"/>
          <a:ext cx="2823644" cy="490053"/>
        </a:xfrm>
        <a:custGeom>
          <a:avLst/>
          <a:gdLst/>
          <a:ahLst/>
          <a:cxnLst/>
          <a:rect l="0" t="0" r="0" b="0"/>
          <a:pathLst>
            <a:path>
              <a:moveTo>
                <a:pt x="2823644" y="0"/>
              </a:moveTo>
              <a:lnTo>
                <a:pt x="2823644" y="245026"/>
              </a:lnTo>
              <a:lnTo>
                <a:pt x="0" y="245026"/>
              </a:lnTo>
              <a:lnTo>
                <a:pt x="0" y="49005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41CDE9-50E3-4D26-A90F-9B0F96A57735}">
      <dsp:nvSpPr>
        <dsp:cNvPr id="0" name=""/>
        <dsp:cNvSpPr/>
      </dsp:nvSpPr>
      <dsp:spPr>
        <a:xfrm>
          <a:off x="2824179" y="645828"/>
          <a:ext cx="2333590" cy="116679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latin typeface="Arial" panose="020B0604020202020204" pitchFamily="34" charset="0"/>
              <a:cs typeface="Arial" panose="020B0604020202020204" pitchFamily="34" charset="0"/>
            </a:rPr>
            <a:t>Gerente General</a:t>
          </a:r>
          <a:endParaRPr lang="es-419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24179" y="645828"/>
        <a:ext cx="2333590" cy="1166795"/>
      </dsp:txXfrm>
    </dsp:sp>
    <dsp:sp modelId="{FFE12068-816F-4CAF-9D9A-20148C5C9E99}">
      <dsp:nvSpPr>
        <dsp:cNvPr id="0" name=""/>
        <dsp:cNvSpPr/>
      </dsp:nvSpPr>
      <dsp:spPr>
        <a:xfrm>
          <a:off x="535" y="2302677"/>
          <a:ext cx="2333590" cy="116679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latin typeface="Arial" panose="020B0604020202020204" pitchFamily="34" charset="0"/>
              <a:cs typeface="Arial" panose="020B0604020202020204" pitchFamily="34" charset="0"/>
            </a:rPr>
            <a:t>Gerente de Tecnología</a:t>
          </a:r>
          <a:endParaRPr lang="es-419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35" y="2302677"/>
        <a:ext cx="2333590" cy="1166795"/>
      </dsp:txXfrm>
    </dsp:sp>
    <dsp:sp modelId="{387DD08F-8441-4B9A-A3F8-D55D5E962C2F}">
      <dsp:nvSpPr>
        <dsp:cNvPr id="0" name=""/>
        <dsp:cNvSpPr/>
      </dsp:nvSpPr>
      <dsp:spPr>
        <a:xfrm>
          <a:off x="583933" y="3959526"/>
          <a:ext cx="2333590" cy="116679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latin typeface="Arial" panose="020B0604020202020204" pitchFamily="34" charset="0"/>
              <a:cs typeface="Arial" panose="020B0604020202020204" pitchFamily="34" charset="0"/>
            </a:rPr>
            <a:t>Equipo de Tecnología</a:t>
          </a:r>
          <a:endParaRPr lang="es-419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83933" y="3959526"/>
        <a:ext cx="2333590" cy="1166795"/>
      </dsp:txXfrm>
    </dsp:sp>
    <dsp:sp modelId="{2D28DE86-9712-4D69-B957-064311BB00FD}">
      <dsp:nvSpPr>
        <dsp:cNvPr id="0" name=""/>
        <dsp:cNvSpPr/>
      </dsp:nvSpPr>
      <dsp:spPr>
        <a:xfrm>
          <a:off x="2824179" y="2302677"/>
          <a:ext cx="2333590" cy="116679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latin typeface="Arial" panose="020B0604020202020204" pitchFamily="34" charset="0"/>
              <a:cs typeface="Arial" panose="020B0604020202020204" pitchFamily="34" charset="0"/>
            </a:rPr>
            <a:t>Gerente de Marketing y Ventas</a:t>
          </a:r>
          <a:endParaRPr lang="es-419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24179" y="2302677"/>
        <a:ext cx="2333590" cy="1166795"/>
      </dsp:txXfrm>
    </dsp:sp>
    <dsp:sp modelId="{DB6ACAF3-5CF7-47CB-A143-A216F1AF2F8D}">
      <dsp:nvSpPr>
        <dsp:cNvPr id="0" name=""/>
        <dsp:cNvSpPr/>
      </dsp:nvSpPr>
      <dsp:spPr>
        <a:xfrm>
          <a:off x="3407577" y="3959526"/>
          <a:ext cx="2333590" cy="116679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latin typeface="Arial" panose="020B0604020202020204" pitchFamily="34" charset="0"/>
              <a:cs typeface="Arial" panose="020B0604020202020204" pitchFamily="34" charset="0"/>
            </a:rPr>
            <a:t>Equipo de Marketing y Ventas</a:t>
          </a:r>
          <a:endParaRPr lang="es-419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407577" y="3959526"/>
        <a:ext cx="2333590" cy="1166795"/>
      </dsp:txXfrm>
    </dsp:sp>
    <dsp:sp modelId="{AC043FC1-DB0A-4FD6-A916-EE4978A31978}">
      <dsp:nvSpPr>
        <dsp:cNvPr id="0" name=""/>
        <dsp:cNvSpPr/>
      </dsp:nvSpPr>
      <dsp:spPr>
        <a:xfrm>
          <a:off x="5647823" y="2302677"/>
          <a:ext cx="2333590" cy="116679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/>
            <a:t>Administrador de RRHH</a:t>
          </a:r>
          <a:endParaRPr lang="es-419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647823" y="2302677"/>
        <a:ext cx="2333590" cy="11667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929CF6-78E2-40A8-BBE6-41D653590FFC}">
      <dsp:nvSpPr>
        <dsp:cNvPr id="0" name=""/>
        <dsp:cNvSpPr/>
      </dsp:nvSpPr>
      <dsp:spPr>
        <a:xfrm>
          <a:off x="4295775" y="586096"/>
          <a:ext cx="1410193" cy="2447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372"/>
              </a:lnTo>
              <a:lnTo>
                <a:pt x="1410193" y="122372"/>
              </a:lnTo>
              <a:lnTo>
                <a:pt x="1410193" y="244744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2FBC06-4A18-4341-96F2-B857ECFEFB8D}">
      <dsp:nvSpPr>
        <dsp:cNvPr id="0" name=""/>
        <dsp:cNvSpPr/>
      </dsp:nvSpPr>
      <dsp:spPr>
        <a:xfrm>
          <a:off x="3829595" y="1413564"/>
          <a:ext cx="174817" cy="5361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6106"/>
              </a:lnTo>
              <a:lnTo>
                <a:pt x="174817" y="536106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F1AD56-C2A5-46FE-8561-FA6386B7BF20}">
      <dsp:nvSpPr>
        <dsp:cNvPr id="0" name=""/>
        <dsp:cNvSpPr/>
      </dsp:nvSpPr>
      <dsp:spPr>
        <a:xfrm>
          <a:off x="4250055" y="586096"/>
          <a:ext cx="91440" cy="2447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4744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500763-99DA-416E-9A1B-E17950BA9EF5}">
      <dsp:nvSpPr>
        <dsp:cNvPr id="0" name=""/>
        <dsp:cNvSpPr/>
      </dsp:nvSpPr>
      <dsp:spPr>
        <a:xfrm>
          <a:off x="2419401" y="1413564"/>
          <a:ext cx="174817" cy="46734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73451"/>
              </a:lnTo>
              <a:lnTo>
                <a:pt x="174817" y="4673451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A60B41-3830-4B61-9534-B6C6DC0244D7}">
      <dsp:nvSpPr>
        <dsp:cNvPr id="0" name=""/>
        <dsp:cNvSpPr/>
      </dsp:nvSpPr>
      <dsp:spPr>
        <a:xfrm>
          <a:off x="2419401" y="1413564"/>
          <a:ext cx="174817" cy="38459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45982"/>
              </a:lnTo>
              <a:lnTo>
                <a:pt x="174817" y="3845982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A21330-B950-4C80-A173-5FE993723EEB}">
      <dsp:nvSpPr>
        <dsp:cNvPr id="0" name=""/>
        <dsp:cNvSpPr/>
      </dsp:nvSpPr>
      <dsp:spPr>
        <a:xfrm>
          <a:off x="2419401" y="1413564"/>
          <a:ext cx="174817" cy="30185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18513"/>
              </a:lnTo>
              <a:lnTo>
                <a:pt x="174817" y="3018513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D7ABA3-298E-495A-B869-DD4D7802B089}">
      <dsp:nvSpPr>
        <dsp:cNvPr id="0" name=""/>
        <dsp:cNvSpPr/>
      </dsp:nvSpPr>
      <dsp:spPr>
        <a:xfrm>
          <a:off x="2419401" y="1413564"/>
          <a:ext cx="174817" cy="21910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1044"/>
              </a:lnTo>
              <a:lnTo>
                <a:pt x="174817" y="2191044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CB4381-2189-4348-8394-9C70C19A934D}">
      <dsp:nvSpPr>
        <dsp:cNvPr id="0" name=""/>
        <dsp:cNvSpPr/>
      </dsp:nvSpPr>
      <dsp:spPr>
        <a:xfrm>
          <a:off x="2419401" y="1413564"/>
          <a:ext cx="174817" cy="13635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3575"/>
              </a:lnTo>
              <a:lnTo>
                <a:pt x="174817" y="1363575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BE6BF1-C61F-4519-BC7D-2E12B2C7EC6E}">
      <dsp:nvSpPr>
        <dsp:cNvPr id="0" name=""/>
        <dsp:cNvSpPr/>
      </dsp:nvSpPr>
      <dsp:spPr>
        <a:xfrm>
          <a:off x="2419401" y="1413564"/>
          <a:ext cx="174817" cy="5361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6106"/>
              </a:lnTo>
              <a:lnTo>
                <a:pt x="174817" y="536106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42098F-A0FC-47BA-819F-02833E12DDD9}">
      <dsp:nvSpPr>
        <dsp:cNvPr id="0" name=""/>
        <dsp:cNvSpPr/>
      </dsp:nvSpPr>
      <dsp:spPr>
        <a:xfrm>
          <a:off x="2885581" y="586096"/>
          <a:ext cx="1410193" cy="244744"/>
        </a:xfrm>
        <a:custGeom>
          <a:avLst/>
          <a:gdLst/>
          <a:ahLst/>
          <a:cxnLst/>
          <a:rect l="0" t="0" r="0" b="0"/>
          <a:pathLst>
            <a:path>
              <a:moveTo>
                <a:pt x="1410193" y="0"/>
              </a:moveTo>
              <a:lnTo>
                <a:pt x="1410193" y="122372"/>
              </a:lnTo>
              <a:lnTo>
                <a:pt x="0" y="122372"/>
              </a:lnTo>
              <a:lnTo>
                <a:pt x="0" y="244744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41CDE9-50E3-4D26-A90F-9B0F96A57735}">
      <dsp:nvSpPr>
        <dsp:cNvPr id="0" name=""/>
        <dsp:cNvSpPr/>
      </dsp:nvSpPr>
      <dsp:spPr>
        <a:xfrm>
          <a:off x="3713050" y="3371"/>
          <a:ext cx="1165449" cy="58272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Gerente General</a:t>
          </a:r>
          <a:endParaRPr lang="es-419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13050" y="3371"/>
        <a:ext cx="1165449" cy="582724"/>
      </dsp:txXfrm>
    </dsp:sp>
    <dsp:sp modelId="{FFE12068-816F-4CAF-9D9A-20148C5C9E99}">
      <dsp:nvSpPr>
        <dsp:cNvPr id="0" name=""/>
        <dsp:cNvSpPr/>
      </dsp:nvSpPr>
      <dsp:spPr>
        <a:xfrm>
          <a:off x="2302856" y="830840"/>
          <a:ext cx="1165449" cy="58272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Gerente de Tecnología</a:t>
          </a:r>
          <a:endParaRPr lang="es-419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02856" y="830840"/>
        <a:ext cx="1165449" cy="582724"/>
      </dsp:txXfrm>
    </dsp:sp>
    <dsp:sp modelId="{387DD08F-8441-4B9A-A3F8-D55D5E962C2F}">
      <dsp:nvSpPr>
        <dsp:cNvPr id="0" name=""/>
        <dsp:cNvSpPr/>
      </dsp:nvSpPr>
      <dsp:spPr>
        <a:xfrm>
          <a:off x="2594219" y="1658309"/>
          <a:ext cx="1165449" cy="58272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Arquitecto</a:t>
          </a:r>
          <a:endParaRPr lang="es-419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594219" y="1658309"/>
        <a:ext cx="1165449" cy="582724"/>
      </dsp:txXfrm>
    </dsp:sp>
    <dsp:sp modelId="{8FCB4FA1-89B4-47BD-A826-1074D8966425}">
      <dsp:nvSpPr>
        <dsp:cNvPr id="0" name=""/>
        <dsp:cNvSpPr/>
      </dsp:nvSpPr>
      <dsp:spPr>
        <a:xfrm>
          <a:off x="2594219" y="2485778"/>
          <a:ext cx="1165449" cy="58272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DBA</a:t>
          </a:r>
          <a:endParaRPr lang="es-419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594219" y="2485778"/>
        <a:ext cx="1165449" cy="582724"/>
      </dsp:txXfrm>
    </dsp:sp>
    <dsp:sp modelId="{35A9FF5E-5416-4BCA-AB7D-44C1EC9C6292}">
      <dsp:nvSpPr>
        <dsp:cNvPr id="0" name=""/>
        <dsp:cNvSpPr/>
      </dsp:nvSpPr>
      <dsp:spPr>
        <a:xfrm>
          <a:off x="2594219" y="3313247"/>
          <a:ext cx="1165449" cy="58272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Infraestructura</a:t>
          </a:r>
          <a:endParaRPr lang="es-419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594219" y="3313247"/>
        <a:ext cx="1165449" cy="582724"/>
      </dsp:txXfrm>
    </dsp:sp>
    <dsp:sp modelId="{C53A0F47-2607-4C52-AD84-04DD5AA23919}">
      <dsp:nvSpPr>
        <dsp:cNvPr id="0" name=""/>
        <dsp:cNvSpPr/>
      </dsp:nvSpPr>
      <dsp:spPr>
        <a:xfrm>
          <a:off x="2594219" y="4140716"/>
          <a:ext cx="1165449" cy="58272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Analistas Funcionales</a:t>
          </a:r>
          <a:endParaRPr lang="es-419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594219" y="4140716"/>
        <a:ext cx="1165449" cy="582724"/>
      </dsp:txXfrm>
    </dsp:sp>
    <dsp:sp modelId="{33B3521B-18EB-47A9-998E-589E747FC34C}">
      <dsp:nvSpPr>
        <dsp:cNvPr id="0" name=""/>
        <dsp:cNvSpPr/>
      </dsp:nvSpPr>
      <dsp:spPr>
        <a:xfrm>
          <a:off x="2594219" y="4968185"/>
          <a:ext cx="1165449" cy="58272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Desarrolladores Front-End</a:t>
          </a:r>
          <a:endParaRPr lang="es-419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594219" y="4968185"/>
        <a:ext cx="1165449" cy="582724"/>
      </dsp:txXfrm>
    </dsp:sp>
    <dsp:sp modelId="{032126B9-4FB2-4DE6-8B0B-1D564F285325}">
      <dsp:nvSpPr>
        <dsp:cNvPr id="0" name=""/>
        <dsp:cNvSpPr/>
      </dsp:nvSpPr>
      <dsp:spPr>
        <a:xfrm>
          <a:off x="2594219" y="5795653"/>
          <a:ext cx="1165449" cy="58272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Desarrolladores Back-End</a:t>
          </a:r>
          <a:endParaRPr lang="es-419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594219" y="5795653"/>
        <a:ext cx="1165449" cy="582724"/>
      </dsp:txXfrm>
    </dsp:sp>
    <dsp:sp modelId="{2D28DE86-9712-4D69-B957-064311BB00FD}">
      <dsp:nvSpPr>
        <dsp:cNvPr id="0" name=""/>
        <dsp:cNvSpPr/>
      </dsp:nvSpPr>
      <dsp:spPr>
        <a:xfrm>
          <a:off x="3713050" y="830840"/>
          <a:ext cx="1165449" cy="58272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Gerente de Marketing y Ventas</a:t>
          </a:r>
          <a:endParaRPr lang="es-419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13050" y="830840"/>
        <a:ext cx="1165449" cy="582724"/>
      </dsp:txXfrm>
    </dsp:sp>
    <dsp:sp modelId="{DB6ACAF3-5CF7-47CB-A143-A216F1AF2F8D}">
      <dsp:nvSpPr>
        <dsp:cNvPr id="0" name=""/>
        <dsp:cNvSpPr/>
      </dsp:nvSpPr>
      <dsp:spPr>
        <a:xfrm>
          <a:off x="4004412" y="1658309"/>
          <a:ext cx="1165449" cy="58272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Equipo de Marketing y Ventas</a:t>
          </a:r>
          <a:endParaRPr lang="es-419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04412" y="1658309"/>
        <a:ext cx="1165449" cy="582724"/>
      </dsp:txXfrm>
    </dsp:sp>
    <dsp:sp modelId="{AC043FC1-DB0A-4FD6-A916-EE4978A31978}">
      <dsp:nvSpPr>
        <dsp:cNvPr id="0" name=""/>
        <dsp:cNvSpPr/>
      </dsp:nvSpPr>
      <dsp:spPr>
        <a:xfrm>
          <a:off x="5123243" y="830840"/>
          <a:ext cx="1165449" cy="58272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/>
            <a:t>Administrador de RRHH</a:t>
          </a:r>
          <a:endParaRPr lang="es-419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123243" y="830840"/>
        <a:ext cx="1165449" cy="5827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41476-EDF9-2B76-5FD8-C1986144A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C05AE-332C-FE79-2171-6C91ECFE4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C6C0A8-9D98-CE29-9836-7063D83AB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6691-A176-4CDE-B418-6E46CBA46E46}" type="datetimeFigureOut">
              <a:rPr lang="es-419" smtClean="0"/>
              <a:t>7/7/2024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20828F-C0F1-06F3-DB09-434A0B98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1DF4DA-91BF-E68B-300F-65F8381A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3A20E-5277-4CC2-BC80-C6864A7958B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60240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3B12C-8CAC-9EBD-AE29-9AE86E5F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860166-88C7-DB6F-D336-BA6E8A4DC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D6B55A-DCEF-5A11-1316-B66DED3D2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6691-A176-4CDE-B418-6E46CBA46E46}" type="datetimeFigureOut">
              <a:rPr lang="es-419" smtClean="0"/>
              <a:t>7/7/2024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BDA05B-C5CC-5C92-4740-92C4A54F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E2F369-80D0-1E7A-B7A9-EA058218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3A20E-5277-4CC2-BC80-C6864A7958B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7018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7A0B5D-B197-3E8D-4560-7E01F3A9F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ABF8A4-6FB5-9B73-CA50-BF917D2DF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1849F5-7A44-63E8-2006-440715E69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6691-A176-4CDE-B418-6E46CBA46E46}" type="datetimeFigureOut">
              <a:rPr lang="es-419" smtClean="0"/>
              <a:t>7/7/2024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1ABB3E-BB28-FF50-44CA-D399124A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EC4515-A0AE-F234-E2DD-00A8B919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3A20E-5277-4CC2-BC80-C6864A7958B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56909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B7411-662B-FEA1-8CB2-4001FA678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0E5C63-EDC8-A993-1947-679120E0C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BDF47C-D93F-FAEF-77B3-64772BD57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1BC99A-9791-B112-3E81-894177BE7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6691-A176-4CDE-B418-6E46CBA46E46}" type="datetimeFigureOut">
              <a:rPr lang="es-419" smtClean="0"/>
              <a:t>7/7/2024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F46FED1-BA05-886D-E621-06325C7AC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290C4E-EF1F-89C4-B73A-6BA06171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3A20E-5277-4CC2-BC80-C6864A7958B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7871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92137-7EB9-6276-6051-093EFC13C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6EA40E-E40D-B3AE-47F6-9B42284F4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3EC566-7170-70A8-93EC-5B609A672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DC15B59-E57B-5CF6-1E14-EA40ABA44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05BB91-8247-D113-526D-B545958634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CB60204-E3B2-050E-7D0E-41E00E90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6691-A176-4CDE-B418-6E46CBA46E46}" type="datetimeFigureOut">
              <a:rPr lang="es-419" smtClean="0"/>
              <a:t>7/7/2024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B548414-5A0D-1918-71C6-C6F82D3DE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BAB51EA-9CC6-6797-E8DD-405B18A6D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3A20E-5277-4CC2-BC80-C6864A7958B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4216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4242C-2DF9-8DCB-A404-19749FC10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7AF3F7F-4FF7-5B32-3E75-F84BF5F81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6691-A176-4CDE-B418-6E46CBA46E46}" type="datetimeFigureOut">
              <a:rPr lang="es-419" smtClean="0"/>
              <a:t>7/7/2024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722210-9FA7-54A5-C87C-11578C4C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193AA10-1665-C50A-8344-58E5044DB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3A20E-5277-4CC2-BC80-C6864A7958B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4579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1DF9783-A648-0A10-0674-E340EF846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6691-A176-4CDE-B418-6E46CBA46E46}" type="datetimeFigureOut">
              <a:rPr lang="es-419" smtClean="0"/>
              <a:t>7/7/2024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2B0D2D6-0830-86A8-75D7-F0C1F4D4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A2384D-CD2D-9647-4AD6-3B4ABAA83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3A20E-5277-4CC2-BC80-C6864A7958B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3208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AE6759-20AA-BD93-A31A-9249E4371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21CB17-1336-D09E-D051-04331900C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6A67C3-EC22-2886-1590-9FF16EE9E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A60D50-8E63-FE31-5E25-9C69D07A1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6691-A176-4CDE-B418-6E46CBA46E46}" type="datetimeFigureOut">
              <a:rPr lang="es-419" smtClean="0"/>
              <a:t>7/7/2024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9608C4E-77C6-1945-C2CA-4DA8ABF9E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092571-40B8-CF59-8958-87BE6FB3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3A20E-5277-4CC2-BC80-C6864A7958B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44025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7C522-F115-E57D-9627-FBB1F7A30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26E484-726D-7281-C380-E404645C63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AACDBF-A83F-066E-6D79-FEDC16C78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0DE79A-76ED-958F-406E-51FAEBA63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6691-A176-4CDE-B418-6E46CBA46E46}" type="datetimeFigureOut">
              <a:rPr lang="es-419" smtClean="0"/>
              <a:t>7/7/2024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896044-E4AA-295E-CFCA-3AAEA92BD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FA6B1C-5FE4-F7D9-1411-150459211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3A20E-5277-4CC2-BC80-C6864A7958B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68819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5208A-89A9-3BBE-89C7-5AC3D3667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05F066B-741C-2E87-4EA8-FF51B765B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E92E43-D56F-7AB1-A4B7-0713EF20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6691-A176-4CDE-B418-6E46CBA46E46}" type="datetimeFigureOut">
              <a:rPr lang="es-419" smtClean="0"/>
              <a:t>7/7/2024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C19960-B553-6C88-6127-261B4219F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55EF68-376D-D8AD-C91E-6F243F22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3A20E-5277-4CC2-BC80-C6864A7958B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05904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715580-8DD5-8630-9FB0-AEDFB5F1BC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B7BDA1-EF9A-1C01-223D-A68FDB025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6AC1FE-F5EA-250F-CAA6-4CB10772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6691-A176-4CDE-B418-6E46CBA46E46}" type="datetimeFigureOut">
              <a:rPr lang="es-419" smtClean="0"/>
              <a:t>7/7/2024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800860-5583-03DA-382A-4B6227DA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BC1515-2563-259F-2889-32EB05EEC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3A20E-5277-4CC2-BC80-C6864A7958B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87750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E93BC64-0577-CF8B-882B-2111B60C0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C84BE1-C225-BFAF-42B9-E9FADC978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0F7FC5-C84D-367F-F29D-F6853F3B1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F6691-A176-4CDE-B418-6E46CBA46E46}" type="datetimeFigureOut">
              <a:rPr lang="es-419" smtClean="0"/>
              <a:t>7/7/2024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13AC0F-F90B-760A-C0A1-80927D413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E281E7-1064-7B46-3954-C8E7C92A7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3A20E-5277-4CC2-BC80-C6864A7958B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53838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E4E32D2-7B19-4965-51B9-91F0F2CAD9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1784983"/>
              </p:ext>
            </p:extLst>
          </p:nvPr>
        </p:nvGraphicFramePr>
        <p:xfrm>
          <a:off x="2105025" y="390525"/>
          <a:ext cx="7981950" cy="5772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1319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E4E32D2-7B19-4965-51B9-91F0F2CAD92D}"/>
              </a:ext>
            </a:extLst>
          </p:cNvPr>
          <p:cNvGraphicFramePr/>
          <p:nvPr/>
        </p:nvGraphicFramePr>
        <p:xfrm>
          <a:off x="2105025" y="390525"/>
          <a:ext cx="7981950" cy="5772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5728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E4E32D2-7B19-4965-51B9-91F0F2CAD9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0326021"/>
              </p:ext>
            </p:extLst>
          </p:nvPr>
        </p:nvGraphicFramePr>
        <p:xfrm>
          <a:off x="1800225" y="228600"/>
          <a:ext cx="8591550" cy="6381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46102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61</Words>
  <Application>Microsoft Office PowerPoint</Application>
  <PresentationFormat>Panorámica</PresentationFormat>
  <Paragraphs>21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Ezequiel Amorosino</dc:creator>
  <cp:lastModifiedBy>Ezequiel Amorosino</cp:lastModifiedBy>
  <cp:revision>2</cp:revision>
  <dcterms:created xsi:type="dcterms:W3CDTF">2024-07-07T19:38:06Z</dcterms:created>
  <dcterms:modified xsi:type="dcterms:W3CDTF">2024-07-07T19:54:56Z</dcterms:modified>
</cp:coreProperties>
</file>